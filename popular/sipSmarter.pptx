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3" r:id="rId7"/>
    <p:sldId id="260" r:id="rId8"/>
    <p:sldId id="261" r:id="rId9"/>
    <p:sldId id="262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>
      <p:cViewPr varScale="1">
        <p:scale>
          <a:sx n="115" d="100"/>
          <a:sy n="115" d="100"/>
        </p:scale>
        <p:origin x="4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0:22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24575,'6'28'0,"10"44"0,-2-8 0,5 14 0,7 6-1666,3-10 0,8 4 1,3 4-1,2 4 1,-3 4 1665,-7-8 0,0 3 0,0 3 0,0 3 0,0 1 0,0 2 0,0 0-337,-3-12 1,1 2 0,0 0 0,0 2 0,0 1 0,-1 0 0,-1 0 0,-1 0 0,-3 0 336,0-1 0,-2-1 0,-1 1 0,-1 0 0,-1 0 0,-1 1 0,-2 1 0,-1 1 0,-1 2 0,-2-1 0,-2 3 0,-1 1 0,-1 2 0,-1 0 0,-1 0 0,-1-1 0,-1 0 0,-1-2 0,1-2 0,-1 9 0,-1-2 0,-1-2 0,-1-1 0,-1 0 0,0 1 0,-1 1 0,0 3 0,0-13 0,-1 2 0,0 1 0,-1 1 0,1 0 0,-2 0 0,1 0 0,-1 0 0,-1-2 0,1 0-185,-2 5 1,0-2 0,-1 0 0,-1 0 0,1-1 0,-1 0 0,1 2 0,-1 0 0,2 1 184,0-4 0,0 2 0,0 0 0,1 0 0,0 1 0,-1 0 0,1 1 0,-1 0 0,1-1 0,-1 1-234,-1 2 0,1 1 0,-1 1 1,0-1-1,0 1 0,0 0 1,0-1-1,0-1 0,1 0 1,-1-2 233,0 4 0,0-1 0,0-1 0,0 0 0,0-1 0,1 0 0,-1-3 0,1 0 0,0-2 74,0 11 1,0 1 0,1-2-1,-1-3 1,1-2 0,0-4-1,-2-4-74,-1 2 0,-1-4 0,0-4 0,1-4 0,2-3 777,1 19 0,4-6 1,2-10-778,3-8 0,1-10 3955,-2 19-3955,-4-27 0,-7 1 2720,-14 0 0,-4 4-2720,-1 33 0,-1 2 1549,-8-21 0,3-3-1549,16 2 0,5-1 0,2-14 0,4-4 0,7 20 0,0-9 0,-3-37 0,2-15 0,-2-19 0,6-2 0,1 0 0,3 6 0,12-11 0,41-20 0,-16 18 0,11-1-993,17-2 0,17-2 1,9 1-1,3 5 993,-18 9 0,4 3 0,4 2 0,2 2 0,4-1 0,3-1-608,-16-2 0,3 0 1,3 0-1,2-1 1,1 0-1,2 0 1,1 2-1,0 0 0,0 1 608,-2 1 0,1 2 0,1 1 0,1 0 0,1 0 0,1 1 0,-1 0 0,2 0 0,-1 0 0,0-1-257,-6 0 1,0 0 0,0 0 0,1 1 0,0-1 0,1 0 0,-1 0 0,1 0 0,0 0-1,0 0 1,1-1 256,3 0 0,1 1 0,1 0 0,0-1 0,1 1 0,-1-1 0,0-1 0,-1 1 0,-1-2 0,-2-1 0,-2 0-281,9-3 1,-3 0 0,-1-2-1,-2 0 1,0-1 0,0-1 0,-1 1-1,2 0 1,0 0 280,-7 1 0,2 1 0,1 1 0,1-1 0,-1 0 0,-1-1 0,-2 0 0,-2 0 0,-4-2 0,-3-1 0,19-7 0,-5-2 0,-4-1 0,-2 0 0,-2 0 0,0 2 171,12 0 1,0 1 0,-2 1 0,-6 1 0,-7 1-172,9 0 0,-9 2 0,-9 0 1624,-5-2 0,-7 3-1624,-15 10 0,0 2 0,19 1 0,6 0 0,21 0 0,6 0 932,-30 0 0,1 0 0,2 0-932,7-2 0,2 1 0,4 4 0,-6 9 0,4 5 0,1 2 0,2-2 0,7-4 0,1-2 0,2 0 0,6 3 308,-18 1 1,4 2-1,3 2 1,1-1 0,0-1-1,0-4-308,-1-3 0,1-2 0,1-1 0,-1-2 0,0 0 0,-1 0 0,-5 1 0,0-1 0,0 0 0,-2-1 0,-3 0 0,-3-2-235,18 0 1,-4-2 0,-6-1 0,-8 0 234,23 0 0,-24-1 0,-34 2 0,-31-9 606,3 7-606,14-8 3642,25 6-3642,-6-1 2716,0 1-2716,-24 4 0,-20 0 0,-4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0:31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10108 24575,'-11'-15'0,"-7"-53"0,9 18 0,1-8 0,0-25 0,2-7 0,2-2 0,1-2 0,3 27 0,0-1 0,0 0-425,0-23 0,0-3 425,0 16 0,0-3 0,0-3-578,0 12 1,0-2 0,0-4-1,0-2 578,0-1 0,0-5 0,0-1 0,0-1 0,0 2 0,0 4 0,0 1 0,0 0 0,0 1 0,0 0 0,1-19 0,1-1 0,-1 5 0,2 9 0,1-11 0,1 9 0,2 6 0,0 5 0,-2 24 0,-1-3 0,-1-19 0,-2-12 0,0-5-457,-1 6 1,0-6 0,-1-2 0,2 2 456,2 3 0,1 0 0,0 1 0,-1 3 0,1-16 0,-1 3 0,2 12 250,2 14 1,2 17-251,2 25 2326,-7 6-2326,0-66 0,9 18 0,0-12 0,-9-3 0,-4-9 0,2-3-326,4 11 0,3-3 1,0-1-1,-3 5 326,-4-5 0,-2 3 0,0 0 0,2-9 0,1 0 0,-1 10 840,-1 15 0,-2 3-840,1 2 0,0-4 0,0-1 0,2-5 0,1-2 0,0-2-391,0-11 1,1-3 0,-1 0 390,-1 4 0,1-1 0,2 1 0,3 1 0,3 0 0,-1 4-2,-4 14 0,-2 3 1,5 5 1,12-13 0,1 6 670,-10 10 1,-1 3-671,14-38 163,-22 44 1,1-2-164,10-11 0,2 2 0,-7-15 1282,17 9-1282,-22 54 0,12-71 0,-5 13 0,1-14 0,1-8 0,-2 23 0,0 1 3,-1-6 1,-1 3-4,-1 17 0,-1 6 0,2-13 0,-5-8 0,1 6 0,16-28 0,-11 33 0,10 15 0,-5 30 0,-6 9 0,6-4 0,-12 6 0,0-1 0,10-68 0,-4 36 0,8-51 0,-2 55 0,-8 14 0,1 0 0,-6-1 0,4-15 0,-2 1 0,6-6 0,-3 24 0,3 3 0,-3 8 0,0 4 0,-4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0:34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1 552 24575,'10'-11'0,"11"16"0,6 54 0,17 22 0,-27-28 0,-2 1 0,14 20 0,-18-26 0,-5-29 0,9 17 0,2 21 0,-6-8 0,0 6 0,4 5 0,-1-1 0,-1 36 0,5-32 0,-15-58 0,37-92 0,-6 12 0,3-13 0,-13 21 0,0-6 0,0-4 0,1-1-362,3-9 1,2-5 0,-1 2 0,-4 3 361,0-6 0,-3 3 0,-1 5 0,-4 12 0,0 3 0,-1 16 0,5 11 0,-12 40 0,-8 6 0,1 7 0,-5 0 0,3 7 361,0-6 0,0-2 0,0-6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0:36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74 24575,'-10'0'0,"-4"0"0,3 0 0,-2 0 0,7 0 0,-4 0 0,0 3 0,-4 4 0,-1 11 0,-1 19 0,6-7 0,2 2 0,5-14 0,-6 11 0,5 3 0,-4 27 0,8-16 0,0 3 0,0-18 0,6-8 0,1-3 0,4-4 0,-2-6 0,12-4 0,9-11 0,17-22 0,-11 1 0,1-19 0,-4-2 0,-2-2 0,0-28 0,-16-14 0,-12 35 0,-3-5 0,0 63 0,0 7 0,0 52 0,0-5 0,0 9 0,-1 29 0,2 4 0,6-13 0,0-3 0,-5-10 0,2-11 0,14-14 0,-9-38 0,5-6 0,39 18 0,-5 8 0,7 7 0,-27-3 0,-28-17 0,-7-6 0,-21-35 0,16-52 0,-12 32 0,24-24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0:37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0 707 24575,'4'-3'0,"-1"-40"0,-3-23 0,0 0 0,0-3 0,3-12 0,2 1 0,-1 15 0,3 11 0,9 21 0,4 20 0,9-12 0,25-13 0,-16 8 0,9-10 0,-21 60 0,3 11 0,1 21 0,4 10 0,4-3 0,0 1 0,-4 6 0,-2-4 0,19 16 0,-37-44 0,-14-27 0,0 8 0,0 33 0,0 45 0,-2-42 0,-1 0 0,2 34 0,-12-53 0,-3-56 0,5-3 0,-2-2 0,13 16 0,0 9 0,0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0:39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1 24575,'-7'0'0,"0"0"0,-14 10 0,-14 13 0,-6 3 0,3 7 0,13-14 0,17-6 0,-6 20 0,0 0 0,-4 17 0,2-17 0,6-9 0,6-11 0,5 9 0,11 10 0,8 17 0,8-2 0,1-9 0,-4-16 0,-5-15 0,0-4 0,-6-3 0,5 0 0,-8 0 0,2 11 0,-9-5 0,0 6 0,-4-9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0:40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85 24575,'-7'-3'0,"0"3"0,1 0 0,-1 6 0,-11 8 0,-10 35 0,-8 17 0,17-18 0,2-1 0,-4 15 0,5-4 0,10-37 0,-5 5 0,7-9 0,-2-1 0,6 0 0,2-2 0,2 0 0,6-5 0,3-2 0,7 2 0,24 10 0,-12-1 0,15 3 0,-30-12 0,16-5 0,-3-4 0,28-10 0,2-18 0,-1-10 0,-24-15 0,-16 20 0,-23-3 0,0 24 0,-26-31 0,-8-13 0,12 3 0,0-1 0,-14-3 0,2 1 0,3-33 0,26 78 0,5 4 0,-3 4 0,-11 3 0,9-3 0,-9 3 0,8-6 0,-1 5 0,4-2 0,1 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0:41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24575,'-10'35'0,"5"16"0,-1 6 0,-1 8 0,6 12 0,1-1 0,-3-19 0,2-3 0,4 40 0,4-88 0,0-6 0,8 7 0,-4-2 0,5 3 0,15 0 0,-11-2 0,13-6 0,-21-40 0,-8-11 0,-2-8 0,7 1 0,0-1 0,-4-4 0,1 6 0,13-2 0,-12 33 0,-7 14 0,0-4 0,0 3 0,0 6 0,0 6 0,22 50 0,-9 12 0,1 8 0,12 1 0,0 0 0,-6 1 0,-3-7 0,10 0 0,-18-55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0:43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50 24575,'-10'-7'0,"6"7"0,17 22 0,22 49 0,-10-22 0,1 4 0,3 6 0,0-3 0,10 18 0,-7-29 0,-15-34 0,12 15 0,0 6 0,-3 10 0,-3-5 0,-14-5 0,-4-57 0,8-34 0,-6-2 0,1-5 0,5 4 0,1 3 0,-3 5 0,2 3 0,26-31 0,-23 42 0,9 1 0,-18 26 0,-4 6 0,0-5 0,-6 4 0,3-2 0,-3 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0:44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1 370 24575,'10'-10'0,"-3"6"0,23-6 0,30-2 0,13-21 0,-12 6 0,3-4 0,-9-1 0,-2-3 0,1 1 0,-2-1 0,29-20 0,-54 26 0,-16 9 0,-24 17 0,-9 3 0,-5 0 0,2 0 0,0 0 0,12 0 0,-6 0 0,4 0 0,-12 0 0,15 0 0,-10 3 0,18 19 0,-13 8 0,9 38 0,-3-27 0,2 9 0,8-37 0,-5-3 0,3-7 0,-4 3 0,0-2 0,4 11 0,0 52 0,16 32 0,5-33 0,5 2 0,0-4 0,3-6 0,27 12 0,-21-28 0,-22-36 0,-8-3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0:45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1314 24575,'0'-57'0,"0"0"0,-12-9 0,-8-12 0,-1-4 0,6 5 0,7-7 0,5 3 0,-3-6-287,-10 0 1,-5-8 0,1 3 0,8 10 286,12-15 0,7 15 374,-3-7-374,15 68 190,2 21-190,8 1 0,-2 10 0,-8-1 581,0 3-581,-8 3 0,13 3 0,18 11 0,11 3 0,-10-7 0,-12-7 0,-28-16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0:47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1 141 24575,'34'-27'0,"11"-2"0,5 10 0,7 1 0,-2 3 0,2 3 0,1 4 0,-2 2 0,21 0 0,-36 9 0,-15 15 0,13 20 0,3 8 0,-7-1 0,-6-15 0,-21-17 0,-2 6 0,-6-4 0,0 41 0,-38 13 0,-2 16 0,-11-14 0,18-34 0,21-16 0,7-14 0,-29 21 0,4 4 0,-8 4 0,14-8 0,17-7 0,4-3 0,3 2 0,0-4 0,0 2 0,0-6 0,-5 22 0,3-12 0,-3 2 0,5-13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0:48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24575,'-4'3'0,"1"0"0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1:10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24575,'3'2'0,"6"49"0,-7 29 0,0-18 0,2 5 0,2 11 0,2 3 0,-1 8 0,3 5-685,2-15 1,3 3 0,-1 4 684,-3-12 0,0 2 0,0 2 0,1 1 0,1 5 0,1 2 0,-1 1 0,0-1 0,-2 2 0,-1 1 0,-1-1 0,-1-2 0,-1-7 0,0-2 0,-1-1 0,0-1 0,-1 18 0,-1-2 0,2 4 0,2-8 0,3 3 0,0 2 0,0-1 0,1-1 0,0 1 0,1 1 0,1 1 0,-1-10 0,2 3 0,-1 0 0,1-1 0,-1-4 0,0 6 0,0-3 0,-1-3 0,0-4 0,-1 3 0,-1-4 0,-2-7 246,0 3 1,-2-7-247,-2 32 0,-4-25 0,-2 8 0,1-7 0,0 5 0,0 6-529,0-1 0,0 6 1,0 2-1,0 0 529,0 4 0,0 2 0,0-1 0,0-3 0,0-11 0,0-2 0,0-2 0,0-7 0,0 30 0,0-15 0,0-3 1385,0-20-1385,0-6 0,0 9 0,0-1 0,0 5 0,0 3 0,0 5 0,0 1 0,0-2 0,0 27 0,0-9 0,1-32 0,-2-9 0,-3 1 2290,-10 15-2290,10 6 0,1 16 0,-2-18 0,-2 10 0,1 2 0,2-3-262,2 18 0,3-1 1,-2-1 261,-3-1 0,-1 0 0,0-14 0,3-22 0,0-14 0,-4-18 0,3 35 0,3 27 0,0 2 0,0 10-483,0-6 0,0-4 483,-4-13 0,0-7 0,2 23 0,-5-39 373,6-3 1,2 6-374,-1 5 0,0 2 0,-3 9 0,0-4 0,-2 0 1004,-2-36-1004,4-2 0,3 47 0,0-17 0,0 2 0,-3 31 0,2-14 0,-2-78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1:12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 24575,'86'-13'0,"1"0"0,-17 7 0,6 0 0,4 1 0,2-1 0,13-2 0,4 1 0,2-1 0,1 1-850,-14 3 1,3 0-1,0 0 1,-1 1 0,-2 1 849,8 1 0,-2 0 0,-3 2 0,-2 0 0,14 3 0,-5 2 0,-2-1-187,-9-2 1,-2 1-1,3 0 187,-11 2 0,3 0 0,2 1 0,3-1 0,-5-3 0,5-1 0,1-1 0,-1 1 0,-5-1 0,2 2 0,-4-1 0,-2 0 0,0 0 0,23-2 0,-2 0 0,-17 0 1084,1 0-1084,-53 3 0,24-3 0,15 0 0,-1 1 0,7 0 0,5 0-402,0-1 1,6 0 0,3 0-1,0 0 402,4 0 0,2-1 0,0 1 0,-4 1 0,14 2 0,-4 2 0,-4 0 444,-15-2 1,-2 0-1,-4 6-444,-6 8 0,-2 5 0,1-2 0,5-5 0,1-3 0,1 1 0,5 4 0,2 1 0,1-5 0,12-6 0,1-5 0,-3-2 0,-17-1 0,-3-2 0,-4-1 0,19-2 0,-11-1 0,2 0 0,-13 3 0,21-4 0,-15-2 0,13-3 0,0 2 0,-4 5 0,2 2 0,-1-2 0,6-7 0,1-3 0,-8 5 726,4 10 0,-12 0-726,4-16 0,-20 11 0,6 2 0,9-3 0,5 1 0,22 2 0,2 1 0,-8 2 0,-3 2 0,-15-2 0,0 2 0,13 2 0,4 1-392,-15-2 0,4-1 0,2-2 392,9-3 0,2-1 0,2-2 0,-15 2 0,3-1 0,-2-1 0,-7 0 888,26-7 1,-9 0-889,-11 2 0,-18 4 601,-40 8-601,-1 0 0,12 5 0,50-3 1342,11 3-1342,-2-5 0,-32 0 0,-40 0 0,-5 4 0,38 0 0,12-1 0,-10 0 0,1 0 0,27 3 0,-4 0 0,7-5 0,-46 10 0,-27-9 0,-3 4 0,6-6 0,-2 0 0,28 0 0,25 0 0,-15 0 0,13 3 0,-50-3 0,-3 3 0,-9-3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1:18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2536 24575,'19'-11'0,"1"-4"0,29 0 0,17-3 0,3-4 0,8-3 0,14-1-1256,-19 7 0,9 0 1,8-2-1,3 1 0,2-1 1,-2 1-1,-2 0 1256,-6 2 0,0-1 0,-1 1 0,0 0 0,2 1 0,1-1 0,3 0 0,2 0 0,4-1 0,3 1 0,0-1 0,0 1 0,-2 1 0,-2 0 0,-6 1-68,4 1 1,-3 0-1,-3 2 1,-2-1-1,-1 1 1,0-2 67,10-2 0,-3 0 0,0-1 0,0-1 0,2-1 0,-9 0 0,0 0 0,1-2 0,0 1 0,1 0 0,1 1-157,2 0 0,1 1 0,0 1 0,1 0 0,1-1 1,1 0 156,-6 0 0,2-1 0,0 0 0,1 0 0,-1 0 0,-1 2 0,-2 2 0,4 0 0,-1 2 0,-1 2 0,-1 0 0,-3-1 0,-1 1-159,2-3 0,-1 0 0,-2 1 0,-4 0 0,-1 1 159,22-2 0,-4 1 0,0-1 0,-21 3 0,0 0 0,1-3 0,3-3 0,-2-5 0,3-5 0,2-2 0,-2 1 0,-2 2 0,7 3 0,-1 2 0,-3 0 0,0-5 0,1-8 0,0-5 0,-4 1 0,-9 8 1545,1 5 0,-4 6-1545,10 0 0,7 0 0,-14 3 0,7-2 0,4-1 0,3-2-45,-2 2 1,3-1 0,3-2 0,2 0 0,1 0 44,-3-1 0,3 0 0,1-1 0,1-1 0,-3 1 0,-4 2 0,-1-1 0,-1 1 0,-3 0 0,-4 1 0,-3 2 0,19-5 0,-6 2 0,-12 4 1628,-14 4 1,-12 4-1629,-4 1 1304,19-12-1304,-19 13 0,-6-9 0,-26 17 1717,39-19 1,10-7-1718,-10 5 13,13-4 0,-5 1 0,-37 13 1,-9 9-1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1:27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 24575,'7'-6'0,"8"2"0,-3 1 0,25 22 0,-9 27 0,15 35 0,-28-18 0,-4 1 0,5 28 0,-10-9 0,-3-44 0,8 23 0,2 27 0,2 6 0,-5-21 0,-6-43 0,-1-18 0,-3 0 0,0-2 0,6 2 0,34-29 0,14-14 0,21-3 0,-14 0 0,-1-3 0,9-19 0,-28 4 0,-14 7 0,-5 5 0,-18 26 0,-1 0 0,-3 6 0,0-6 0,0 0 0,-6-5 0,-1-5 0,-5-3 0,-4-2 0,2-16 0,0-2 0,2 9 0,8 6 0,-2 25 0,3 2 0,-12-13 0,7 1 0,-7-10 0,5-3 0,-1 8 0,0-2 0,-2 7 0,6 5 0,-6-2 0,2 6 0,1-3 0,-18 7 0,8 0 0,-59-16 0,26 6 0,-15-8 0,33 10 0,28 10 0,1-2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1:29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249 9 21194,'-25'-4'0,"9"3"1614,-17-3-1614,20 4 572,-5 0-572,-10 0 292,7 3-292,-9 1 903,11-1-903,11 12 0,-4 20 0,3 7 0,0 8 0,4-22 0,2-9 0,9-9 0,1 0 0,15 1 0,-7-1 0,7-5 0,-12 1 0,0-6 0,-3 0 0,2 0 0,21-45 0,-11 27 0,8-32 0,-24 41 0,-10-4 0,3 5 0,1-5 0,6 9 0,12 1 0,15 28 0,27 47 0,-5 1 0,0 9 0,-32-44 0,-11-23 0,-6-7 0,1 4 0,-22-7 0,13-5 0,-17-62 0,19 41 0,3-40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1:30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24575,'13'-3'0,"16"28"0,2 54 0,-8-18 0,1 6 0,-1 18 0,-2 3 0,-4-10 0,-2-3 0,-1-12 0,-1-4 0,-2-7 0,-2-3 0,3 21 0,1-6 0,-9-16 0,-1-28 0,1-10 0,-1-8 0,0-5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1:31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24575,'17'0'0,"10"11"0,-4 43 0,-7-5 0,-2 7 0,-2 19 0,-4 4 0,0 4 0,-3-3 0,-5-23 0,0-5 0,5 21 0,4-41 0,4-10 0,-5 21 0,-2-25 0,-6 7 0,0-22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1:33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7 24575,'-27'-3'0,"10"0"0,-34 6 0,33 1 0,-6 10 0,3 9 0,8 5 0,-4 0 0,13 0 0,11 3 0,2 4 0,11 9 0,-4-8 0,10-5 0,-4-2 0,4-7 0,-12-10 0,-5-37 0,-9 0 0,0-20 0,0 22 0,0-2 0,0 4 0,0 0 0,-3 6 0,3-3 0,-3-3 0,6 0 0,3 6 0,16 22 0,-3 5 0,11 15 0,-15-1 0,0-2 0,-5-2 0,0-9 0,1-3 0,-2-3 0,7 8 0,-2-3 0,1 8 0,-1-4 0,1 15 0,-2-8 0,2 7 0,-14-12 0,-2-13 0,-2 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1:36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471 38 24575,'-21'-12'0,"3"2"0,11 6 0,-8 1 0,-2-1 0,-3 3 0,-5-3 0,7 4 0,-19 0 0,5 0 0,-9 0 0,17 0 0,3 0 0,4 12 0,-26 12 0,6 7 0,-5-3 0,24-3 0,15-16 0,3 15 0,-6-1 0,4 2 0,-5 33 0,7-37 0,3 24 0,1-37 0,20 4 0,7-4 0,38-2 0,-30 1 0,28-7 0,-28 3 0,18-3 0,19 0 0,-22 0 0,-4 3 0,-32 1 0,-15 3 0,-3-1 0,0 10 0,-3-5 0,2 6 0,-5-8 0,2 1 0,-8 3 0,-3 1 0,-5 5 0,3-5 0,3 2 0,5-5 0,5-2 0,-2 1 0,-4 0 0,-1 1 0,-5-5 0,5-3 0,1 0 0,4-2 0,-4 2 0,3-3 0,-6 0 0,2 0 0,4 0 0,1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1:41.5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24575,'59'27'0,"3"12"0,-9-1 0,2 4 0,-7-3 0,-1 1 0,1 6 0,2 1 0,13 6 0,6 4 0,-8-6 0,3 4 0,7 3-757,-12-12 1,4 2-1,3 2 1,3 1-1,2 0 757,-1-1 0,2 2 0,3 0 0,1 1 0,1-1 0,1-1 0,4 2 0,1 0 0,2-1 0,0-1 0,1 0 0,-1-1 0,-1-2 0,0-1 0,0-1 0,0 0 0,0 0 0,0 0 0,0 1 0,0-1 0,1 1 0,-2 0 0,-1-1 0,-3 0 0,4 3 0,-5-3 0,0 1 0,0 2 0,3 5 0,-13-7 0,2 4 0,1 2 0,1 2 0,0 0 0,-1 0 0,-1-1-581,-1-1 1,-1 0 0,0 1 0,0 0 0,0 0 0,1 0-1,2 1 581,-3-3 0,1 1 0,0 0 0,2 1 0,0-1 0,0 0 0,0-1 0,-1-2 0,9 6 0,1-1 0,0-1 0,-1 0 0,0-2 0,-3-2 0,-2-2-166,12 7 1,-2-1 0,-2-4 0,-4-2 0,-5-3 165,16 7 0,-6-5 0,-11-6 0,-11-9 0,-9-1 0,22 34 0,-16-17 0,5 6 0,10 11 0,3 3 0,-18-18 0,0 1 0,-3-4 0,-1 2 0,-1-1 0,17 17 0,1 5 0,-10 1 0,-3 1 824,4-2 1,-1-1-825,-8-5 0,-9-7 4326,-11-15-4326,-52-39 311,1-6 0,-4 2 0,16-2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1:45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24575,'10'-4'0,"35"22"0,4-7 0,9 4 0,-1 9 0,4 7 0,5 0-1501,17 2 1,6 0 0,3 8 1500,-23-3 0,2 5 0,2 3 0,1 2 0,1 1-624,-3-3 1,1 1 0,2 1 0,0 1-1,2 2 1,1 1 623,-1-1 0,1 2 0,1 1 0,1 0 0,0 2 0,1-1 0,-2 0 0,2 1 0,-1 1 0,1 1 0,0-1 0,-1 0 0,1 0 0,-2-1 0,-2-2 0,-1-1 0,0-1 0,0 1 0,-1 0 0,0 0 0,1 2-181,1 2 0,1 2 0,1 1 1,-2 0-1,0-1 0,-3 1 0,-1-2 181,-1 0 0,-3 0 0,-2-1 0,0 0 0,0 1 0,0 2-295,6 6 1,2 3-1,-1 0 1,-1 1 0,-2-2-1,-3-3 295,0 0 0,-4-2 0,-1-1 0,-2-1 0,0 1-14,-3-2 0,-2 1 0,-1 0 0,1-2 0,2 0 14,0-3 0,1-2 0,0 0 0,1 0 0,1 0 0,1 4 0,1 0 0,0 0 0,1-1 0,0-2 0,0-5 0,1-2 0,1-1 0,-1-1 0,0 1 0,15 14 0,1 0 0,-1 0 0,-3-3 561,-8-8 1,-2-2 0,-2-1 0,-4-3-562,-3 1 0,-4-2 0,-5-1 1528,8 12 1,-14-6-1529,-22-14 0,6 23 0,6-5 0,11 12 0,3 2 387,-3-5 1,2 2 0,2 1 0,-2 0-388,-1 1 0,0 1 0,-1-2 0,-2-4 0,7 3 0,-2-5 0,-11-10 0,-7 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00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101 119 24575,'-3'15'0,"-6"22"0,-1 30 0,-9-3 0,8-5 0,0-15 0,11-12 0,-4 27 0,-8-3 0,6-14 0,-9-11 0,15-30 0,26-28 0,24-16 0,16 3 0,9-2 0,-15-1 0,2-5 0,0 4 0,20-1 0,-8 4 0,8-12 0,-64 35 0,-15-18 0,-6 13 0,-4-27 0,3 31 0,-8 0 0,-32 15 0,-25-11 0,-3 12 0,9-9 0,33 12 0,4 0 0,7 0 0,-2 0 0,2 15 0,9-8 0,-16 19 0,21-21 0,-4 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01.8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55 24575,'1'7'0,"1"8"0,-5 2 0,3 29 0,0-9 0,3 3 0,1-19 0,5-24 0,33-25 0,-10 7 0,12-14 0,-26 23 0,-15 2 0,-6 3 0,2-3 0,-12-11 0,8-6 0,-9 1 0,8 2 0,-1 20 0,-3 1 0,0 3 0,-1 0 0,2-3 0,2 3 0,3-3 0,1 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03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49 24575,'0'28'0,"-6"45"0,-3 17 0,1-7 0,-3 4 0,0-15 0,-3 3 0,2-6 0,2-1 0,1-13 0,-4-17 0,17-42 0,19-13 0,-16 4 0,12-6 0,-16 9 0,19-26 0,-11 20 0,11-22 0,-12 28 0,-6-29 0,30-48 0,-19 11 0,1 25 0,-1 5 0,-7 5 0,-8 16 0,0-6 0,0 14 0,0-16 0,0 12 0,-11-18 0,3 15 0,-20-20 0,13 27 0,-8-6 0,15 16 0,2 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04.6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24575,'0'38'0,"0"-7"0,0 16 0,0-24 0,0 0 0,0-14 0,0 6 0,0-12 0,0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16.9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237 72 24575,'-6'6'0,"-9"12"0,4-2 0,-12 17 0,-1 3 0,-10 14 0,-17 18 0,20-17 0,-3-6 0,30-24 0,1-5 0,13 17 0,-7 2 0,13 17 0,-12-22 0,2-2 0,0-18 0,1-7 0,67 0 0,10-3 0,-16 1 0,12 0 0,-2-3 0,22-8 0,-3-2 0,1 5 0,-6-2 0,-30-1 0,-14-7 0,-23-15 0,19-51 0,1-2 0,-18 37 0,-2 2 0,7-13 0,-36 44 0,-4 0 0,-2 8 0,-6-6 0,-7 1 0,-18-17 0,0 18 0,-2-8 0,16 19 0,-3-3 0,3-8 0,-29-4 0,-13-3 0,-2-3 0,16 13 0,24-3 0,17 14 0,1 4 0,-41 27 0,15 1 0,-15 1 0,25-15 0,22-21 0,-3 3 0,6 15 0,-4 22 0,7-3 0,-5-2 0,6-24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18.4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24575,'9'-1'0,"32"31"0,23 30 0,3 7 0,-7-7 0,-37-33 0,5-10 0,-14-6 0,33 29 0,-29-21 0,8 13 0,-20-26 0,-6-3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0:54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 24575,'47'-10'0,"-7"5"0,58 0 0,-9 20 0,9 9-781,-29-9 1,2 2 0,8 6 780,-10 0 0,9 5 0,4 3 0,1 2 0,0 2 0,-4 0-780,6 5 1,-3 2 0,0 1 0,1 2 0,4 1 779,-11-6 0,4 1 0,1 1 0,1 1 0,1 1 0,-2 0 0,-1 0-327,-4-1 1,-2 1-1,0 1 1,-1 0-1,1-1 1,1 1 0,1-2 326,4 2 0,1-1 0,1 0 0,0-1 0,2 1 0,-1-1 0,2 0-374,-8-4 0,1 0 1,1-1-1,0 1 1,0-1-1,1 1 1,-1-1-1,0 0 374,10 5 0,2 1 0,0 1 0,-1-2 0,-1 0 0,-1-2 0,-3-3 0,-1-2 0,-2-2 0,-2-2 0,-1-1 0,0 2 0,0 1-130,-2 2 1,1 1-1,0 1 1,-2 0-1,-2 0 1,-3-3 129,14 8 0,-5-2 0,-2-1 0,1 3 281,5 2 0,0 1 0,-1 1 0,-3 1-281,-11-3 0,-3 1 0,-1 1 0,4 3 0,-1 0 0,2 2 0,2 2 0,1 1 0,1 0 0,-10-6 0,1 1 0,-1 0 0,3 1 0,2 1 0,3 1 5,-3-4 1,5 1 0,1 2 0,3 0 0,0 1 0,0-1-1,-2-1 1,-2-1-6,3 2 0,-1 0 0,-1 0 0,-1 0 0,-1-3 0,-1-2 0,-2-2 0,11 4 0,-1-2 0,-2-3 0,-5-3 0,-6-2 1040,4 5 0,-6-3 0,-16-11-1040,-10-9 2039,9 20-2039,22 10 0,13 9 0,-20-8 0,2 4 0,2-1 0,5-2 0,1-1 0,-5-1 0,11 17 0,-6-5 0,-18-20 0,-6-6 0,-3 0 314,11 7 1,-45-37-1,-9-7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0:57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 19861,'39'-7'0,"18"23"0,11 13 0,6 4 0,12 6-134,-20-9 0,9 5 0,5 2 0,3 1 0,0 1 134,-4-3 0,2 1 0,2 1 0,0 0 0,-1 0 0,-3-2-203,3 2 1,-2-2-1,-1 1 1,1 0-1,3 2 203,1 0 0,5 2 0,2 1 0,-2 0 0,-4-1 0,-9-1 0,-3 1 0,-8-3 0,-1 2 0,4 3 0,5 3 0,4 3 0,2 2 0,-1 0 0,-3-1 0,6 6 0,-3-1 0,-1 0 0,3 2 0,-10-6 0,1 2 0,1 0 0,0 0 0,-1 0-217,0 1 0,-1 0 1,1 0-1,0 0 1,1 0 216,5 2 0,2 1 0,1 0 0,-1-2 0,-1-1 0,-5-5 0,0-2 0,-1 0 0,-1-2 0,-4-2 226,21 16 1,-4-3 0,-5-10-227,10-9 0,-14-9 1246,-22 0-1246,-6-18 0,-10 9 0,17 23 0,-4-6 0,15 9 0,6 3 0,-5-2 0,9 7 0,-1-1 0,8 5-130,-20-14 1,6 5 0,3 1 0,2 1 0,0-1 0,-2-4 129,9 1 0,1-2 0,-1-2 0,0 0 0,0 1 0,0 0 0,0 2 0,0-1 0,-1-1 0,-3-3 670,8 2 1,-1-1 0,-4-4 0,-7-1-671,-4-4 0,-5-2 0,-10-3 0,19 21 0,-16 11 122,-1-13 0,5 2-122,-8 1 0,1 0 0,10-2 0,1-1 0,-13-6 0,1 3 0,-1 2 0,4 5 0,4 0 375,-2-4 0,3 0 0,3 1 0,1 1-375,6 5 0,2 3 0,0-1 0,-3-4 0,9 4 0,-2-4 0,-6-5 0,6 2 0,-12-8 0,-17-7 0,-30-20 0,17 32 0,10 17 0,3-8 0,7 4 0,3 4-280,-5-5 1,3 3 0,1 1 0,-1-3 279,14 13 0,-1-3 0,-3-7 0,6 0 0,-11-11 1788,-10-8-1788,-42-37 0,42 45 0,11 12 0,11 9 0,-12-12 0,4 2 0,3 2-459,-4-6 1,4 1 0,-1 0-1,-4-5 459,-3-2 0,-3-3 0,-3-5 557,11 3 0,-9-7-557,-5 1 0,-28-10 0,14 8 0,-6 5 0,-3-3 0,5 5 0,9 9 0,5 8 466,5 8 0,5 7 1,-5-7-467,0-1 0,-2-4 0,5 5 0,-11-13 0,-29-34 0,-23-32 0,4 5 0,-1 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1:50.9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24575,'24'88'0,"-16"-26"0,-2 4 0,0 16 0,-1 2 0,-5 5 0,0-5 0,0-29 0,0-7 0,0 15 0,0-57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1:52.3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 24575,'18'-4'0,"15"7"0,11 5 0,-3 3 0,-7 0 0,0 4 0,-11-4 0,29 19 0,-30-17 0,15 13 0,-20-12 0,3 9 0,-3-3 0,-7-3 0,-4 10 0,-6 3 0,0 54 0,0 6 0,-4-22 0,-4 1 0,-3-13 0,-1-2 0,-12 32 0,2-37 0,12-31 0,3-9 0,-21 23 0,8-11 0,-12 9 0,16-24 0,-11-38 0,-11-31 0,3-13 0,2 13 0,23 29 0,7 31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1:53.9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131 127 24575,'-26'22'0,"-18"11"0,22-14 0,-8 4 0,21-8 0,9-5 0,3-3 0,1 0 0,3-4 0,11 1 0,-9-1 0,12 2 0,17-2 0,48-10 0,-7-3 0,2-2 0,-53-9 0,-25 6 0,-6-2 0,-1 4 0,-6 7 0,-22-18 0,-11-14 0,1-1 0,7 5 0,24 20 0,2 10 0,-8-6 0,5 3 0,-1 0 0,10 4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1:55.8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50 24575,'6'-4'0,"16"26"0,-8 15 0,4 19 0,-2 12 0,-9 11 0,-4 6 0,2-13 0,0 4 0,-1-4 0,-4 12 0,0-8 0,0-14 0,3-14 0,0-26 0,4-26 0,9-83 0,8 29 0,-4-39 0,2 59 0,-15 27 0,0 2 0,-4-16 0,0 11 0,-3-18 0,0 21 0,0-8 0,9-23 0,-3 9 0,4-10 0,-6 22 0,-4 5 0,-19-29 0,4 7 0,-15-14 0,8 23 0,2 6 0,-3 2 0,8 7 0,-23-14 0,26 14 0,-27-30 0,33 32 0,-8-12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1:57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24575,'19'75'0,"-3"-21"0,-8-24 0,-2-20 0,1 0 0,-1-1 0,1-1 0,-3 10 0,2-4 0,-6 6 0,3-7 0,-3-1 0,0-7 0,0 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06.1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24575,'25'21'0,"1"46"0,-6 14 0,-3 16 0,-9-13 0,-3 6 0,0 3-348,1-17 1,1 2 0,-1-1 0,-1-4 347,-3 4 0,-2-4 0,1-5 226,-3 4 0,4-13-226,17-19 230,-7 4-230,28 39 0,-27-20 0,9-5 0,-22-41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07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24575,'18'-4'0,"21"1"0,16 3 0,8 0 0,-13 0 0,2 0 0,-16 0 0,-2 0 0,-13 0 0,-8 0 0,4 0 0,6 9 0,16 32 0,-6 19 0,-2 6 0,-14-16 0,-13-29 0,-8 5 0,-15 19 0,-5-1 0,-6 3 0,-2 3 0,-3 1 0,-4 3 0,1-2 0,-8 16 0,20-27 0,16-32 0,-5-6 0,-37-3 0,13 0 0,-13-6 0,33 5 0,13-5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09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24575,'4'98'0,"-1"0"0,-2-16 0,0 3 0,-1 0 0,3 0 0,0 0 0,-1-3 0,-2 22 0,0-11 0,3-35 0,2-10 0,2-7 0,9 38 0,-9-21 0,-1 5 0,-1 27 0,-1 3 0,-1-7 0,0-4 0,-1-18 0,-1-8 0,0 6 0,2-59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10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24575,'6'9'0,"10"3"0,2 2 0,10-5 0,-1-3 0,-6-6 0,0 0 0,-10 0 0,18 0 0,16 18 0,10 39 0,-20-9 0,-3 7 0,-2 15 0,-4 1 0,-6-16 0,-2-3 0,13 26 0,-21-60 0,0-12 0,6 4 0,3 12 0,3 64 0,-16-23 0,-23 24 0,-36-53 0,2-25 0,-1-3 0,16-12 0,3-11 0,-33-13 0,30 7 0,-13 2 0,42 18 0,-6 3 0,8 0 0,0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13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45 406 24575,'0'15'0,"0"43"0,-6 28 0,-2-18 0,1 3 0,2-14 0,0-2 0,-9 30 0,17-48 0,1-25 0,6-1 0,0-1 0,6 5 0,-5-9 0,16 5 0,13-10 0,47 2 0,13-3 0,-29 0 0,4 0 0,-10 1 0,1-2 0,23-11 0,1-5 0,-20 3 0,-4-3 0,-3-5 0,-8-1 0,7-13 0,-46 14 0,-10-3 0,-5-27 0,-2-12 0,-3-10 0,1-3 0,2 4 0,0 2 0,-2 5 0,-1 14 0,1 34 0,-9 10 0,-31-22 0,-2 3 0,-5-4 0,-2-6 0,-1-1 0,5 6 0,3 4 0,-17-10 0,22 35 0,-20 17 0,9-8 0,-1 3 0,-21 21 0,4-11 0,51 16 0,15-15 0,-38 44 0,24-28 0,-28 14 0,37-26 0,5-12 0,3 8 0,0-11 0,30 61 0,-23-35 0,14 33 0,-23-49 0,-7-13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14.1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24575,'7'0'0,"-1"0"0,25 11 0,24 57 0,-15-31 0,1 2 0,-7 5 0,-4-1 0,18 15 0,-38-45 0,-4-3 0,12-7 0,22 13 0,-6-10 0,12 12 0,-35-15 0,1 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21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24575,'8'74'0,"-6"-15"0,-2 10 0,0 4 0,2 19 0,1 5 0,0 0-454,0-3 1,1-1 0,-1-5 453,-3 14 0,3-18 110,10-29 1,-12-51 0,2-1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22.7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24575,'13'3'0,"9"0"0,-7 0 0,10-2 0,0 2 0,16 2 0,-6-4 0,-2 5 0,-15 0 0,-8-2 0,0 6 0,0-1 0,-6 17 0,-2 47 0,-1-9 0,-2 9 0,1 20 0,0 2 0,3-8 0,0-5 0,-2-20 0,2-10 0,3-15 0,-3-47 0,-3-2 0,0 6 0,-6 11 0,-2 5 0,-2 0 0,3-7 0,4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24.0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0 24575,'-13'0'0,"2"3"0,-2 1 0,3 8 0,2-4 0,3 5 0,5 23 0,0 7 0,2 25 0,5-20 0,0-16 0,12-19 0,4-3 0,5 1 0,-5 0 0,-7-8 0,5-53 0,-11 22 0,12-30 0,-19 43 0,-3 8 0,-10-14 0,-1-8 0,0 7 0,5 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25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24575,'0'25'0,"3"27"0,2 15 0,3 21 0,2 13 0,-7-20 0,0 8 0,-1 2 0,1-5 0,3 5 0,0-4 0,-2-2 0,-1-3 0,-1-1 0,-1-14 0,1 11 0,14-45 0,-10-21 0,5 9 0,-8-18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27.1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48 24575,'10'-10'0,"2"-3"0,-4 5 0,1-1 0,1 5 0,21 1 0,-1 7 0,19-3 0,-22 2 0,-2-3 0,-15 0 0,3 0 0,-3 0 0,3 3 0,12 8 0,-1 1 0,6 5 0,-2 14 0,-17-6 0,4 10 0,-15-4 0,3-10 0,-10 13 0,-13 36 0,0-21 0,-4 5 0,-8 23 0,-2 1 0,8-21 0,-1-5 0,-19 37 0,32-71 0,-7-15 0,-19-3 0,0-11 0,-2 5 0,26-5 0,10 8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27.7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24575,'17'3'0,"1"6"0,-11 33 0,-3 22 0,-1 12 0,0 10 0,-3 6-194,-6-6 1,-3 4 0,3-5 193,3 7 0,0-9 72,-7-15 0,2-13-72,8-23 0,3-31 0,-3-7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29.5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24575,'10'38'0,"-1"22"0,1 14 0,1-10 0,1 4 0,-1 2 0,-3 11 0,-2 4 0,1-4 0,1-8 0,1-3 0,-3-7 0,-4-6 0,-1-9 0,0-2 0,2-31 0,0 5 0,-3 3 0,3 0 0,-3-73 0,0 40 0,0-50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31.1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1 138 24575,'6'-8'0,"1"-1"0,24-2 0,34-26 0,-10 8 0,7-4 0,-44 22 0,0 11 0,-6 0 0,13 3 0,-14 4 0,1 12 0,0 13 0,-5-1 0,4 1 0,-7-13 0,-1-8 0,1 47 0,-3 0 0,2 29 0,-3-33 0,-3-26 0,-3-18 0,-5-7 0,-8 0 0,-4-3 0,4 0 0,1 0 0,8 0 0,3 0 0,-3 0 0,3 0 0,-2 0 0,1 0 0,-5 0 0,3 0 0,-4 0 0,4 0 0,0 0 0,4 0 0,-1 0 0,0-3 0,0 0 0,4-1 0,0 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32.4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154 18 24575,'-11'0'0,"2"0"0,-9 7 0,0 11 0,-12 11 0,1 15 0,8-1 0,4-7 0,17-7 0,12-7 0,13 5 0,-6-7 0,12 3 0,-22-25 0,3-17 0,25-33 0,-11 7 0,15-2 0,-23 22 0,-31-23 0,6 20 0,-10-16 0,14 38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33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0 24575,'9'36'0,"-3"-6"0,-9-11 0,0-9 0,-19-7 0,9-3 0,-6 0 0,13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35.6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1 112 24575,'10'-7'0,"15"11"0,0 90 0,-11-17 0,-3 10 0,-5-8 0,-1 6 0,-2-4 0,-2 15 0,-2-7 0,-3-15 0,-4-18 0,-1-37 0,-7-28 0,-3-31 0,13-30 0,5-11 0,-6 19 0,1-1 0,7-21 0,2 6 0,-2 1 0,3 39 0,-4-1 0,0-2 0,0 8 0,3 14 0,3 13 0,5 3 0,10 6 0,6-2 0,9 3 0,12-14 0,7-24 0,-12 1 0,-2-2 0,8-11 0,5-4 0,-45 47 0,-2 3 0,2 0 0,2 0 0,2 6 0,-2 18 0,14 40 0,-11 0 0,6-2 0,-14-27 0,-6-10 0,-6 18 0,-20 13 0,8-12 0,-20-15 0,18-23 0,-5-10 0,-2-3 0,7 2 0,1-4 0,5 8 0,-20-10 0,4-2 0,-5 2 0,11 0 0,-13 6 0,12 4 0,-14-5 0,27 6 0,9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2:36.7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1 24575,'-6'38'0,"5"-7"0,-9 18 0,9-25 0,-3-6 0,4-12 0,0 4 0,0 0 0,-6 1 0,4-5 0,-4-3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51164-3162-983F-0171-097FAF57B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CD4B4-E9D0-D45F-F154-7753784FC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7E055-0235-3568-863C-35BD0CB8D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521-F2C0-1747-98E2-BBED888FD597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06D7C-6B6B-FAB0-1A43-2267804E1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A284C-44CF-701F-72E7-582C50EE6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1448-13D3-2C47-AD2E-92FC68614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95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0C61D-472E-25BF-C80B-671702D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910F7-71A7-D5CC-0612-4F27998A3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D8B7E-63BB-2203-1B09-29E08DE9C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521-F2C0-1747-98E2-BBED888FD597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2C894-4890-C043-71E9-1AD36FCE9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71759-E4FB-A05E-3C56-33B690AD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1448-13D3-2C47-AD2E-92FC68614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63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B18C6-E3B6-44B8-E28E-33559F968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F6257-8C12-DD24-22CC-D8A45D430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C97F4-7296-0925-E6DB-7B3EFE79A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521-F2C0-1747-98E2-BBED888FD597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D0408-90D0-9A08-6131-50C03EA8B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09273-F0FC-52C6-0310-058E8EDD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1448-13D3-2C47-AD2E-92FC68614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89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9F004-128F-F1E2-B7AF-4822B7D05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1726-5F9F-8D0C-8AA6-73E71368C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17B38-F158-A9B6-2103-BA82AB827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86272-65A7-8058-EDED-E375C998A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521-F2C0-1747-98E2-BBED888FD597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282C4-C4AB-F2F4-473D-35483EA22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F5E07-B319-DF68-1DDE-531E11C5E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1448-13D3-2C47-AD2E-92FC68614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49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516DA-BAB8-710C-6E6E-A801AFACA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512F4-6E21-2FDD-77C5-E468BB127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B36AA-3E87-D04D-A1F7-4DA831E80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3B5CBB-DF16-3F90-F45C-0467BB44EF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849B80-4DC0-5138-D69D-5EA1DA226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170677-3395-48A9-D6EE-504AAD7A5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521-F2C0-1747-98E2-BBED888FD597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B28730-8217-851C-488F-AA76C886D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28E4D1-5E32-E667-8ED8-FD29B14E3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1448-13D3-2C47-AD2E-92FC68614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69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033F6-0164-82F7-A584-14AF681DC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0EF9-45E1-F9C2-056A-8F5E68DA0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521-F2C0-1747-98E2-BBED888FD597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D1EF0-52A8-42AE-114E-B2B4A1E0C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0F012-BE77-59C4-104D-15C982D5E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1448-13D3-2C47-AD2E-92FC68614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73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3A3C8E-35C2-4DEA-250A-B7CD62748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521-F2C0-1747-98E2-BBED888FD597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1F5012-3782-E3FB-962E-69DB8D6D6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1FB24-A8B1-DE6C-C12B-3C756C99F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1448-13D3-2C47-AD2E-92FC68614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90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537D-3F07-C016-BCA3-BD1A0D6D7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56CD4-FC11-CF1B-4145-D85C0CA17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2B4A57-C31F-EDCF-B23D-EA46A1B45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7BFB75-0EEA-052B-ADBB-63B8D66C7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521-F2C0-1747-98E2-BBED888FD597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46C3D-14BF-C60C-DEF6-9B322FC88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92D64-8BC1-4C17-F088-EA4B3BF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1448-13D3-2C47-AD2E-92FC68614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57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E877A-1BD9-D91D-F61C-217CB28A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34C8D3-CB3F-2561-5EFA-1C23389AF84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F3856-38C0-604F-13F8-E45E85398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9FEB6-B608-EA4C-9576-80D617B6D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521-F2C0-1747-98E2-BBED888FD597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0B5C5A-412F-C4CD-D6E0-016C21920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03C59-9AD2-AA83-F6D3-C3E83F6E1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1448-13D3-2C47-AD2E-92FC68614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56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8699-2F72-7AAC-80F9-4E941F7A2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2FA63-195C-FC0D-16FA-CF32887D3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2FFCF-9D75-69F3-8E56-7B638974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521-F2C0-1747-98E2-BBED888FD597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80C79-F435-6E38-2BFC-5F8BF4699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238EE-72A7-1EAA-1E41-3D7044A6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1448-13D3-2C47-AD2E-92FC68614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76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E3F2B4-38C3-2C29-3F59-5BD5D0ADA4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1134F-A3EA-9490-7B41-3D84E46A7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317F3-122F-CD0D-922B-C339499FC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1521-F2C0-1747-98E2-BBED888FD597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FE9E4-26D8-74BD-4A6A-47C4D8E0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0EA5A-1478-9D13-2A49-0D7DB120E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1448-13D3-2C47-AD2E-92FC68614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45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33EEDA-9F6A-C6D2-2656-D92812ACE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6B2D-CCB1-203A-543E-F472D6317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94219-507E-F799-5A64-C3FE98C31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A1521-F2C0-1747-98E2-BBED888FD597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35B1D-8150-4747-3F76-7FA723DFB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1EF2D-E93A-5EAA-D07E-B6429293D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01448-13D3-2C47-AD2E-92FC68614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80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2.png"/><Relationship Id="rId42" Type="http://schemas.openxmlformats.org/officeDocument/2006/relationships/customXml" Target="../ink/ink21.xml"/><Relationship Id="rId47" Type="http://schemas.openxmlformats.org/officeDocument/2006/relationships/image" Target="../media/image25.png"/><Relationship Id="rId63" Type="http://schemas.openxmlformats.org/officeDocument/2006/relationships/image" Target="../media/image33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6.png"/><Relationship Id="rId16" Type="http://schemas.openxmlformats.org/officeDocument/2006/relationships/customXml" Target="../ink/ink8.xml"/><Relationship Id="rId107" Type="http://schemas.openxmlformats.org/officeDocument/2006/relationships/image" Target="../media/image55.png"/><Relationship Id="rId11" Type="http://schemas.openxmlformats.org/officeDocument/2006/relationships/image" Target="../media/image7.png"/><Relationship Id="rId32" Type="http://schemas.openxmlformats.org/officeDocument/2006/relationships/customXml" Target="../ink/ink16.xml"/><Relationship Id="rId37" Type="http://schemas.openxmlformats.org/officeDocument/2006/relationships/image" Target="../media/image20.png"/><Relationship Id="rId53" Type="http://schemas.openxmlformats.org/officeDocument/2006/relationships/image" Target="../media/image28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41.png"/><Relationship Id="rId102" Type="http://schemas.openxmlformats.org/officeDocument/2006/relationships/customXml" Target="../ink/ink51.xml"/><Relationship Id="rId5" Type="http://schemas.openxmlformats.org/officeDocument/2006/relationships/image" Target="../media/image4.png"/><Relationship Id="rId90" Type="http://schemas.openxmlformats.org/officeDocument/2006/relationships/customXml" Target="../ink/ink45.xml"/><Relationship Id="rId95" Type="http://schemas.openxmlformats.org/officeDocument/2006/relationships/image" Target="../media/image49.png"/><Relationship Id="rId22" Type="http://schemas.openxmlformats.org/officeDocument/2006/relationships/customXml" Target="../ink/ink11.xml"/><Relationship Id="rId27" Type="http://schemas.openxmlformats.org/officeDocument/2006/relationships/image" Target="../media/image15.png"/><Relationship Id="rId43" Type="http://schemas.openxmlformats.org/officeDocument/2006/relationships/image" Target="../media/image23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6.png"/><Relationship Id="rId80" Type="http://schemas.openxmlformats.org/officeDocument/2006/relationships/customXml" Target="../ink/ink40.xml"/><Relationship Id="rId85" Type="http://schemas.openxmlformats.org/officeDocument/2006/relationships/image" Target="../media/image44.png"/><Relationship Id="rId12" Type="http://schemas.openxmlformats.org/officeDocument/2006/relationships/customXml" Target="../ink/ink6.xml"/><Relationship Id="rId17" Type="http://schemas.openxmlformats.org/officeDocument/2006/relationships/image" Target="../media/image10.png"/><Relationship Id="rId33" Type="http://schemas.openxmlformats.org/officeDocument/2006/relationships/image" Target="../media/image18.png"/><Relationship Id="rId38" Type="http://schemas.openxmlformats.org/officeDocument/2006/relationships/customXml" Target="../ink/ink19.xml"/><Relationship Id="rId59" Type="http://schemas.openxmlformats.org/officeDocument/2006/relationships/image" Target="../media/image31.png"/><Relationship Id="rId103" Type="http://schemas.openxmlformats.org/officeDocument/2006/relationships/image" Target="../media/image53.png"/><Relationship Id="rId108" Type="http://schemas.openxmlformats.org/officeDocument/2006/relationships/customXml" Target="../ink/ink54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9.png"/><Relationship Id="rId91" Type="http://schemas.openxmlformats.org/officeDocument/2006/relationships/image" Target="../media/image47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6.png"/><Relationship Id="rId57" Type="http://schemas.openxmlformats.org/officeDocument/2006/relationships/image" Target="../media/image30.png"/><Relationship Id="rId106" Type="http://schemas.openxmlformats.org/officeDocument/2006/relationships/customXml" Target="../ink/ink53.xml"/><Relationship Id="rId10" Type="http://schemas.openxmlformats.org/officeDocument/2006/relationships/customXml" Target="../ink/ink5.xml"/><Relationship Id="rId31" Type="http://schemas.openxmlformats.org/officeDocument/2006/relationships/image" Target="../media/image17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4.png"/><Relationship Id="rId73" Type="http://schemas.openxmlformats.org/officeDocument/2006/relationships/image" Target="../media/image38.png"/><Relationship Id="rId78" Type="http://schemas.openxmlformats.org/officeDocument/2006/relationships/customXml" Target="../ink/ink39.xml"/><Relationship Id="rId81" Type="http://schemas.openxmlformats.org/officeDocument/2006/relationships/image" Target="../media/image42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51.png"/><Relationship Id="rId101" Type="http://schemas.openxmlformats.org/officeDocument/2006/relationships/image" Target="../media/image52.png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13" Type="http://schemas.openxmlformats.org/officeDocument/2006/relationships/image" Target="../media/image8.png"/><Relationship Id="rId18" Type="http://schemas.openxmlformats.org/officeDocument/2006/relationships/customXml" Target="../ink/ink9.xml"/><Relationship Id="rId39" Type="http://schemas.openxmlformats.org/officeDocument/2006/relationships/image" Target="../media/image21.png"/><Relationship Id="rId109" Type="http://schemas.openxmlformats.org/officeDocument/2006/relationships/image" Target="../media/image56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9.png"/><Relationship Id="rId76" Type="http://schemas.openxmlformats.org/officeDocument/2006/relationships/customXml" Target="../ink/ink38.xml"/><Relationship Id="rId97" Type="http://schemas.openxmlformats.org/officeDocument/2006/relationships/image" Target="../media/image50.png"/><Relationship Id="rId104" Type="http://schemas.openxmlformats.org/officeDocument/2006/relationships/customXml" Target="../ink/ink52.xml"/><Relationship Id="rId7" Type="http://schemas.openxmlformats.org/officeDocument/2006/relationships/image" Target="../media/image5.png"/><Relationship Id="rId71" Type="http://schemas.openxmlformats.org/officeDocument/2006/relationships/image" Target="../media/image37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6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4.png"/><Relationship Id="rId66" Type="http://schemas.openxmlformats.org/officeDocument/2006/relationships/customXml" Target="../ink/ink33.xml"/><Relationship Id="rId87" Type="http://schemas.openxmlformats.org/officeDocument/2006/relationships/image" Target="../media/image45.png"/><Relationship Id="rId110" Type="http://schemas.openxmlformats.org/officeDocument/2006/relationships/customXml" Target="../ink/ink55.xml"/><Relationship Id="rId61" Type="http://schemas.openxmlformats.org/officeDocument/2006/relationships/image" Target="../media/image32.png"/><Relationship Id="rId82" Type="http://schemas.openxmlformats.org/officeDocument/2006/relationships/customXml" Target="../ink/ink41.xml"/><Relationship Id="rId19" Type="http://schemas.openxmlformats.org/officeDocument/2006/relationships/image" Target="../media/image11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9.png"/><Relationship Id="rId56" Type="http://schemas.openxmlformats.org/officeDocument/2006/relationships/customXml" Target="../ink/ink28.xml"/><Relationship Id="rId77" Type="http://schemas.openxmlformats.org/officeDocument/2006/relationships/image" Target="../media/image40.png"/><Relationship Id="rId100" Type="http://schemas.openxmlformats.org/officeDocument/2006/relationships/customXml" Target="../ink/ink50.xml"/><Relationship Id="rId105" Type="http://schemas.openxmlformats.org/officeDocument/2006/relationships/image" Target="../media/image54.png"/><Relationship Id="rId8" Type="http://schemas.openxmlformats.org/officeDocument/2006/relationships/customXml" Target="../ink/ink4.xml"/><Relationship Id="rId51" Type="http://schemas.openxmlformats.org/officeDocument/2006/relationships/image" Target="../media/image27.png"/><Relationship Id="rId72" Type="http://schemas.openxmlformats.org/officeDocument/2006/relationships/customXml" Target="../ink/ink36.xml"/><Relationship Id="rId93" Type="http://schemas.openxmlformats.org/officeDocument/2006/relationships/image" Target="../media/image48.png"/><Relationship Id="rId98" Type="http://schemas.openxmlformats.org/officeDocument/2006/relationships/customXml" Target="../ink/ink49.xml"/><Relationship Id="rId3" Type="http://schemas.openxmlformats.org/officeDocument/2006/relationships/image" Target="../media/image3.png"/><Relationship Id="rId25" Type="http://schemas.openxmlformats.org/officeDocument/2006/relationships/image" Target="../media/image14.png"/><Relationship Id="rId46" Type="http://schemas.openxmlformats.org/officeDocument/2006/relationships/customXml" Target="../ink/ink23.xml"/><Relationship Id="rId67" Type="http://schemas.openxmlformats.org/officeDocument/2006/relationships/image" Target="../media/image35.png"/><Relationship Id="rId20" Type="http://schemas.openxmlformats.org/officeDocument/2006/relationships/customXml" Target="../ink/ink10.xml"/><Relationship Id="rId41" Type="http://schemas.openxmlformats.org/officeDocument/2006/relationships/image" Target="../media/image22.png"/><Relationship Id="rId62" Type="http://schemas.openxmlformats.org/officeDocument/2006/relationships/customXml" Target="../ink/ink31.xml"/><Relationship Id="rId83" Type="http://schemas.openxmlformats.org/officeDocument/2006/relationships/image" Target="../media/image43.png"/><Relationship Id="rId88" Type="http://schemas.openxmlformats.org/officeDocument/2006/relationships/customXml" Target="../ink/ink44.xml"/><Relationship Id="rId111" Type="http://schemas.openxmlformats.org/officeDocument/2006/relationships/image" Target="../media/image5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019A3-D3B9-0BFD-33F7-8717A9E82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3697" y="123880"/>
            <a:ext cx="9144000" cy="2387600"/>
          </a:xfrm>
        </p:spPr>
        <p:txBody>
          <a:bodyPr/>
          <a:lstStyle/>
          <a:p>
            <a:r>
              <a:rPr lang="en-US" dirty="0"/>
              <a:t>Why is Affordability So Bad in Vancouver?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E65FE-EB7D-42FE-E87A-063A16BB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4303" y="2511480"/>
            <a:ext cx="9144000" cy="1655762"/>
          </a:xfrm>
        </p:spPr>
        <p:txBody>
          <a:bodyPr/>
          <a:lstStyle/>
          <a:p>
            <a:r>
              <a:rPr lang="en-US" dirty="0"/>
              <a:t>Tom Davidoff</a:t>
            </a:r>
          </a:p>
          <a:p>
            <a:r>
              <a:rPr lang="en-US" dirty="0"/>
              <a:t>Sauder School of Business, UBC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CD1D50-EEA0-F18A-6693-FDE4D767D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75" y="3510455"/>
            <a:ext cx="5264319" cy="31937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CA3122-B3BF-4200-192C-92B024712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1" y="3424788"/>
            <a:ext cx="5536324" cy="343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203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E94FE-F4BA-5DB8-6072-EC8E3EC0C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Mountains and Ocean Make High prices 1</a:t>
            </a:r>
            <a:br>
              <a:rPr lang="en-US" dirty="0"/>
            </a:br>
            <a:r>
              <a:rPr lang="en-US" dirty="0"/>
              <a:t>They are nice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01950F-3282-368A-AC0E-D03ED04D2916}"/>
              </a:ext>
            </a:extLst>
          </p:cNvPr>
          <p:cNvSpPr txBox="1">
            <a:spLocks/>
          </p:cNvSpPr>
          <p:nvPr/>
        </p:nvSpPr>
        <p:spPr>
          <a:xfrm>
            <a:off x="838200" y="179960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Vancouver is (to most people) a nicer place to live than Winnipeg</a:t>
            </a:r>
          </a:p>
          <a:p>
            <a:r>
              <a:rPr lang="en-US" dirty="0"/>
              <a:t>So Vancouver can’t have both of:</a:t>
            </a:r>
          </a:p>
          <a:p>
            <a:pPr lvl="1"/>
            <a:r>
              <a:rPr lang="en-US" dirty="0"/>
              <a:t>Same or better income for same skill level</a:t>
            </a:r>
          </a:p>
          <a:p>
            <a:pPr lvl="1"/>
            <a:r>
              <a:rPr lang="en-US" dirty="0"/>
              <a:t>Same or lower housing costs</a:t>
            </a:r>
          </a:p>
          <a:p>
            <a:r>
              <a:rPr lang="en-US" dirty="0"/>
              <a:t>If Vancouver </a:t>
            </a:r>
            <a:r>
              <a:rPr lang="en-US" i="1" dirty="0"/>
              <a:t>were </a:t>
            </a:r>
            <a:r>
              <a:rPr lang="en-US" dirty="0"/>
              <a:t>nicer, cheaper, higher wage:</a:t>
            </a:r>
            <a:endParaRPr lang="en-US" i="1" dirty="0"/>
          </a:p>
          <a:p>
            <a:pPr lvl="1"/>
            <a:r>
              <a:rPr lang="en-US" dirty="0"/>
              <a:t>Everyone would move out of Winnipeg, so prices would fall</a:t>
            </a:r>
          </a:p>
          <a:p>
            <a:pPr lvl="1"/>
            <a:r>
              <a:rPr lang="en-US" dirty="0"/>
              <a:t>Too many people would move to Vancouver so</a:t>
            </a:r>
          </a:p>
          <a:p>
            <a:pPr lvl="2"/>
            <a:r>
              <a:rPr lang="en-US" dirty="0"/>
              <a:t>Prices would rise</a:t>
            </a:r>
          </a:p>
          <a:p>
            <a:pPr lvl="2"/>
            <a:r>
              <a:rPr lang="en-US" dirty="0"/>
              <a:t>Wages might fall</a:t>
            </a:r>
          </a:p>
          <a:p>
            <a:r>
              <a:rPr lang="en-US" dirty="0"/>
              <a:t>Special case of “no such thing as a free lunch”</a:t>
            </a:r>
          </a:p>
        </p:txBody>
      </p:sp>
    </p:spTree>
    <p:extLst>
      <p:ext uri="{BB962C8B-B14F-4D97-AF65-F5344CB8AC3E}">
        <p14:creationId xmlns:p14="http://schemas.microsoft.com/office/powerpoint/2010/main" val="2287903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DFB2-99C4-F5E5-9D02-230AC9C39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“Rosen-Roback”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5DFF3-BB15-DE14-27D8-660E4240F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Vancouver is (to most people) a nicer place to live than Winnipeg</a:t>
            </a:r>
          </a:p>
          <a:p>
            <a:r>
              <a:rPr lang="en-US" dirty="0"/>
              <a:t>So Vancouver can’t have both of:</a:t>
            </a:r>
          </a:p>
          <a:p>
            <a:pPr lvl="1"/>
            <a:r>
              <a:rPr lang="en-US" dirty="0"/>
              <a:t>Same or better income for same skill level</a:t>
            </a:r>
          </a:p>
          <a:p>
            <a:pPr lvl="1"/>
            <a:r>
              <a:rPr lang="en-US" dirty="0"/>
              <a:t>Same or lower housing costs</a:t>
            </a:r>
          </a:p>
          <a:p>
            <a:r>
              <a:rPr lang="en-US" dirty="0"/>
              <a:t>If Vancouver </a:t>
            </a:r>
            <a:r>
              <a:rPr lang="en-US" i="1" dirty="0"/>
              <a:t>were </a:t>
            </a:r>
            <a:r>
              <a:rPr lang="en-US" dirty="0"/>
              <a:t>nicer, cheaper, higher wage:</a:t>
            </a:r>
            <a:endParaRPr lang="en-US" i="1" dirty="0"/>
          </a:p>
          <a:p>
            <a:pPr lvl="1"/>
            <a:r>
              <a:rPr lang="en-US" dirty="0"/>
              <a:t>Everyone would move out of Winnipeg, so prices would fall</a:t>
            </a:r>
          </a:p>
          <a:p>
            <a:pPr lvl="1"/>
            <a:r>
              <a:rPr lang="en-US" dirty="0"/>
              <a:t>Too many people would move to Vancouver so</a:t>
            </a:r>
          </a:p>
          <a:p>
            <a:pPr lvl="2"/>
            <a:r>
              <a:rPr lang="en-US" dirty="0"/>
              <a:t>Prices would rise</a:t>
            </a:r>
          </a:p>
          <a:p>
            <a:pPr lvl="2"/>
            <a:r>
              <a:rPr lang="en-US" dirty="0"/>
              <a:t>Wages might fall</a:t>
            </a:r>
          </a:p>
          <a:p>
            <a:r>
              <a:rPr lang="en-US" dirty="0"/>
              <a:t>Special case of “no such thing as a free lunch”</a:t>
            </a:r>
          </a:p>
        </p:txBody>
      </p:sp>
    </p:spTree>
    <p:extLst>
      <p:ext uri="{BB962C8B-B14F-4D97-AF65-F5344CB8AC3E}">
        <p14:creationId xmlns:p14="http://schemas.microsoft.com/office/powerpoint/2010/main" val="2954682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3DB61-B9DD-8CEC-9290-15CA19428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Mountains and Oceans Make High Prices 2:</a:t>
            </a:r>
            <a:br>
              <a:rPr lang="en-US" dirty="0"/>
            </a:br>
            <a:r>
              <a:rPr lang="en-US" dirty="0"/>
              <a:t>”Inelastic Supply"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A816DE8-FE6D-E303-3FEC-C3CD301ED03D}"/>
                  </a:ext>
                </a:extLst>
              </p14:cNvPr>
              <p14:cNvContentPartPr/>
              <p14:nvPr/>
            </p14:nvContentPartPr>
            <p14:xfrm>
              <a:off x="1300978" y="1965852"/>
              <a:ext cx="4598280" cy="4170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A816DE8-FE6D-E303-3FEC-C3CD301ED0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4858" y="1959732"/>
                <a:ext cx="4610520" cy="418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067D40-9477-B33C-8403-67A72D821187}"/>
                  </a:ext>
                </a:extLst>
              </p14:cNvPr>
              <p14:cNvContentPartPr/>
              <p14:nvPr/>
            </p14:nvContentPartPr>
            <p14:xfrm>
              <a:off x="3303658" y="2314692"/>
              <a:ext cx="276120" cy="3639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067D40-9477-B33C-8403-67A72D8211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97538" y="2308572"/>
                <a:ext cx="288360" cy="36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6440A722-C2C7-08BD-6DF4-E328492474C6}"/>
              </a:ext>
            </a:extLst>
          </p:cNvPr>
          <p:cNvGrpSpPr/>
          <p:nvPr/>
        </p:nvGrpSpPr>
        <p:grpSpPr>
          <a:xfrm>
            <a:off x="3532258" y="1819332"/>
            <a:ext cx="7819200" cy="4177080"/>
            <a:chOff x="3532258" y="1819332"/>
            <a:chExt cx="7819200" cy="417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D60630F-8E8B-1B99-2E89-DCBFAC4AC957}"/>
                    </a:ext>
                  </a:extLst>
                </p14:cNvPr>
                <p14:cNvContentPartPr/>
                <p14:nvPr/>
              </p14:nvContentPartPr>
              <p14:xfrm>
                <a:off x="3532258" y="1819332"/>
                <a:ext cx="277200" cy="508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D60630F-8E8B-1B99-2E89-DCBFAC4AC95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26138" y="1813212"/>
                  <a:ext cx="28944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DDBE41A-702C-A6E1-0EC4-9459F7FC339F}"/>
                    </a:ext>
                  </a:extLst>
                </p14:cNvPr>
                <p14:cNvContentPartPr/>
                <p14:nvPr/>
              </p14:nvContentPartPr>
              <p14:xfrm>
                <a:off x="3832498" y="2119932"/>
                <a:ext cx="202680" cy="299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DDBE41A-702C-A6E1-0EC4-9459F7FC339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26378" y="2113812"/>
                  <a:ext cx="2149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0EDD355-9308-647A-9A8B-4B03555E585D}"/>
                    </a:ext>
                  </a:extLst>
                </p14:cNvPr>
                <p14:cNvContentPartPr/>
                <p14:nvPr/>
              </p14:nvContentPartPr>
              <p14:xfrm>
                <a:off x="4133098" y="2080332"/>
                <a:ext cx="200520" cy="326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0EDD355-9308-647A-9A8B-4B03555E585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26978" y="2074212"/>
                  <a:ext cx="21276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7B250ED-0025-8444-90A1-4165A739C2ED}"/>
                    </a:ext>
                  </a:extLst>
                </p14:cNvPr>
                <p14:cNvContentPartPr/>
                <p14:nvPr/>
              </p14:nvContentPartPr>
              <p14:xfrm>
                <a:off x="4529098" y="2198412"/>
                <a:ext cx="93240" cy="202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7B250ED-0025-8444-90A1-4165A739C2E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22978" y="2192292"/>
                  <a:ext cx="1054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4C99925-F1F5-C465-49F4-88CFEB88BA55}"/>
                    </a:ext>
                  </a:extLst>
                </p14:cNvPr>
                <p14:cNvContentPartPr/>
                <p14:nvPr/>
              </p14:nvContentPartPr>
              <p14:xfrm>
                <a:off x="4757338" y="2167092"/>
                <a:ext cx="174600" cy="235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4C99925-F1F5-C465-49F4-88CFEB88BA5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51218" y="2160972"/>
                  <a:ext cx="1868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B08DF90-24AB-2C66-9F11-1BEDE48AB458}"/>
                    </a:ext>
                  </a:extLst>
                </p14:cNvPr>
                <p14:cNvContentPartPr/>
                <p14:nvPr/>
              </p14:nvContentPartPr>
              <p14:xfrm>
                <a:off x="5048938" y="2256372"/>
                <a:ext cx="141120" cy="220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B08DF90-24AB-2C66-9F11-1BEDE48AB45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42818" y="2250252"/>
                  <a:ext cx="1533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BD8D4C6-AC96-73B3-4D7F-64C6A76AA2A8}"/>
                    </a:ext>
                  </a:extLst>
                </p14:cNvPr>
                <p14:cNvContentPartPr/>
                <p14:nvPr/>
              </p14:nvContentPartPr>
              <p14:xfrm>
                <a:off x="5229298" y="2258892"/>
                <a:ext cx="194040" cy="235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BD8D4C6-AC96-73B3-4D7F-64C6A76AA2A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223178" y="2252772"/>
                  <a:ext cx="2062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23857E2-C365-B439-9B55-AEAE18C85CC5}"/>
                    </a:ext>
                  </a:extLst>
                </p14:cNvPr>
                <p14:cNvContentPartPr/>
                <p14:nvPr/>
              </p14:nvContentPartPr>
              <p14:xfrm>
                <a:off x="5476618" y="2288412"/>
                <a:ext cx="230040" cy="291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23857E2-C365-B439-9B55-AEAE18C85CC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70498" y="2282292"/>
                  <a:ext cx="2422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62D0DA2-BAEC-10C3-3788-68378B4F5FFC}"/>
                    </a:ext>
                  </a:extLst>
                </p14:cNvPr>
                <p14:cNvContentPartPr/>
                <p14:nvPr/>
              </p14:nvContentPartPr>
              <p14:xfrm>
                <a:off x="5733298" y="2040012"/>
                <a:ext cx="127440" cy="473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62D0DA2-BAEC-10C3-3788-68378B4F5FF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27178" y="2033892"/>
                  <a:ext cx="13968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DB414A0-7491-1604-5E19-35B9D1E536D7}"/>
                    </a:ext>
                  </a:extLst>
                </p14:cNvPr>
                <p14:cNvContentPartPr/>
                <p14:nvPr/>
              </p14:nvContentPartPr>
              <p14:xfrm>
                <a:off x="5957578" y="2065572"/>
                <a:ext cx="257760" cy="322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DB414A0-7491-1604-5E19-35B9D1E536D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51458" y="2059452"/>
                  <a:ext cx="2700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77FAC77-B3BF-0C09-FC20-82A216096E9E}"/>
                    </a:ext>
                  </a:extLst>
                </p14:cNvPr>
                <p14:cNvContentPartPr/>
                <p14:nvPr/>
              </p14:nvContentPartPr>
              <p14:xfrm>
                <a:off x="6118858" y="2512332"/>
                <a:ext cx="2880" cy="2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77FAC77-B3BF-0C09-FC20-82A216096E9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112738" y="2506212"/>
                  <a:ext cx="1512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43282BA-DC8C-6883-9C9F-B171F0A6261D}"/>
                    </a:ext>
                  </a:extLst>
                </p14:cNvPr>
                <p14:cNvContentPartPr/>
                <p14:nvPr/>
              </p14:nvContentPartPr>
              <p14:xfrm>
                <a:off x="7190938" y="2316852"/>
                <a:ext cx="194760" cy="3659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43282BA-DC8C-6883-9C9F-B171F0A6261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184818" y="2310732"/>
                  <a:ext cx="207000" cy="36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2DB3BD6-0D60-117E-23DB-0670A316024D}"/>
                    </a:ext>
                  </a:extLst>
                </p14:cNvPr>
                <p14:cNvContentPartPr/>
                <p14:nvPr/>
              </p14:nvContentPartPr>
              <p14:xfrm>
                <a:off x="7326298" y="5902092"/>
                <a:ext cx="4025160" cy="94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2DB3BD6-0D60-117E-23DB-0670A316024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20178" y="5895972"/>
                  <a:ext cx="4037400" cy="10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C41B8FA-AD9E-A257-0E8C-3706A56E5CE6}"/>
                  </a:ext>
                </a:extLst>
              </p14:cNvPr>
              <p14:cNvContentPartPr/>
              <p14:nvPr/>
            </p14:nvContentPartPr>
            <p14:xfrm>
              <a:off x="7510618" y="4162572"/>
              <a:ext cx="3692520" cy="9133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C41B8FA-AD9E-A257-0E8C-3706A56E5CE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504498" y="4156452"/>
                <a:ext cx="3704760" cy="92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84EB1EB8-4EC4-3657-6A45-7646B4DE37B9}"/>
              </a:ext>
            </a:extLst>
          </p:cNvPr>
          <p:cNvGrpSpPr/>
          <p:nvPr/>
        </p:nvGrpSpPr>
        <p:grpSpPr>
          <a:xfrm>
            <a:off x="10301338" y="3818412"/>
            <a:ext cx="996480" cy="403920"/>
            <a:chOff x="10301338" y="3818412"/>
            <a:chExt cx="996480" cy="40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BCC2E8C-3A2E-5FC6-3C3D-CF03B3860EB3}"/>
                    </a:ext>
                  </a:extLst>
                </p14:cNvPr>
                <p14:cNvContentPartPr/>
                <p14:nvPr/>
              </p14:nvContentPartPr>
              <p14:xfrm>
                <a:off x="10301338" y="3845412"/>
                <a:ext cx="256320" cy="332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BCC2E8C-3A2E-5FC6-3C3D-CF03B3860EB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295218" y="3839292"/>
                  <a:ext cx="2685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50764F0-B4B0-1A87-930A-77FAE8BD994D}"/>
                    </a:ext>
                  </a:extLst>
                </p14:cNvPr>
                <p14:cNvContentPartPr/>
                <p14:nvPr/>
              </p14:nvContentPartPr>
              <p14:xfrm>
                <a:off x="10599418" y="4057812"/>
                <a:ext cx="150840" cy="150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50764F0-B4B0-1A87-930A-77FAE8BD994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93298" y="4051692"/>
                  <a:ext cx="163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2749308-843F-EA4F-6BE8-7096725EA909}"/>
                    </a:ext>
                  </a:extLst>
                </p14:cNvPr>
                <p14:cNvContentPartPr/>
                <p14:nvPr/>
              </p14:nvContentPartPr>
              <p14:xfrm>
                <a:off x="10737658" y="3863772"/>
                <a:ext cx="102960" cy="358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2749308-843F-EA4F-6BE8-7096725EA90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731538" y="3857652"/>
                  <a:ext cx="1152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AC6B64A-8F50-7D8B-3FFA-5C2408CBA02D}"/>
                    </a:ext>
                  </a:extLst>
                </p14:cNvPr>
                <p14:cNvContentPartPr/>
                <p14:nvPr/>
              </p14:nvContentPartPr>
              <p14:xfrm>
                <a:off x="10883458" y="3818412"/>
                <a:ext cx="61920" cy="292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AC6B64A-8F50-7D8B-3FFA-5C2408CBA02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877338" y="3812292"/>
                  <a:ext cx="741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53958B3-0DB9-1AEA-6B3D-DA0921B6C775}"/>
                    </a:ext>
                  </a:extLst>
                </p14:cNvPr>
                <p14:cNvContentPartPr/>
                <p14:nvPr/>
              </p14:nvContentPartPr>
              <p14:xfrm>
                <a:off x="10963018" y="3975012"/>
                <a:ext cx="142920" cy="150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53958B3-0DB9-1AEA-6B3D-DA0921B6C77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956898" y="3968892"/>
                  <a:ext cx="1551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80FE857-27AA-5C82-8C31-B9C95CEE53E8}"/>
                    </a:ext>
                  </a:extLst>
                </p14:cNvPr>
                <p14:cNvContentPartPr/>
                <p14:nvPr/>
              </p14:nvContentPartPr>
              <p14:xfrm>
                <a:off x="11105218" y="3860172"/>
                <a:ext cx="192600" cy="214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80FE857-27AA-5C82-8C31-B9C95CEE53E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099098" y="3854052"/>
                  <a:ext cx="204840" cy="22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166B736-0A62-91E3-9750-6EE39CA9C71C}"/>
                  </a:ext>
                </a:extLst>
              </p14:cNvPr>
              <p14:cNvContentPartPr/>
              <p14:nvPr/>
            </p14:nvContentPartPr>
            <p14:xfrm>
              <a:off x="7525738" y="3900492"/>
              <a:ext cx="2667240" cy="19371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166B736-0A62-91E3-9750-6EE39CA9C71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519618" y="3894372"/>
                <a:ext cx="2679480" cy="19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CE6E042-3228-B905-B10E-2FCB0688E2F4}"/>
                  </a:ext>
                </a:extLst>
              </p14:cNvPr>
              <p14:cNvContentPartPr/>
              <p14:nvPr/>
            </p14:nvContentPartPr>
            <p14:xfrm>
              <a:off x="8302258" y="3477492"/>
              <a:ext cx="2707560" cy="22107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CE6E042-3228-B905-B10E-2FCB0688E2F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296138" y="3471372"/>
                <a:ext cx="2719800" cy="222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85D32A69-DFAF-0BA0-A46C-2BECD6F72BB7}"/>
              </a:ext>
            </a:extLst>
          </p:cNvPr>
          <p:cNvGrpSpPr/>
          <p:nvPr/>
        </p:nvGrpSpPr>
        <p:grpSpPr>
          <a:xfrm>
            <a:off x="10236898" y="5504652"/>
            <a:ext cx="911880" cy="679680"/>
            <a:chOff x="10236898" y="5504652"/>
            <a:chExt cx="911880" cy="67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323C7E5-5E56-A44C-93B4-44E4BAD2A016}"/>
                    </a:ext>
                  </a:extLst>
                </p14:cNvPr>
                <p14:cNvContentPartPr/>
                <p14:nvPr/>
              </p14:nvContentPartPr>
              <p14:xfrm>
                <a:off x="10236898" y="5683212"/>
                <a:ext cx="237960" cy="225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323C7E5-5E56-A44C-93B4-44E4BAD2A01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30778" y="5677092"/>
                  <a:ext cx="2502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272D3E1-AC6E-2A80-CB25-7DA97655562D}"/>
                    </a:ext>
                  </a:extLst>
                </p14:cNvPr>
                <p14:cNvContentPartPr/>
                <p14:nvPr/>
              </p14:nvContentPartPr>
              <p14:xfrm>
                <a:off x="10447138" y="5825412"/>
                <a:ext cx="56160" cy="85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272D3E1-AC6E-2A80-CB25-7DA97655562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441018" y="5819292"/>
                  <a:ext cx="684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E962DCD-B48E-2D2C-2720-F1FE7F3BD037}"/>
                    </a:ext>
                  </a:extLst>
                </p14:cNvPr>
                <p14:cNvContentPartPr/>
                <p14:nvPr/>
              </p14:nvContentPartPr>
              <p14:xfrm>
                <a:off x="11027098" y="5504652"/>
                <a:ext cx="77040" cy="283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E962DCD-B48E-2D2C-2720-F1FE7F3BD03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020978" y="5498532"/>
                  <a:ext cx="892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770242F-C3B7-7585-7B96-B8219CDD6F72}"/>
                    </a:ext>
                  </a:extLst>
                </p14:cNvPr>
                <p14:cNvContentPartPr/>
                <p14:nvPr/>
              </p14:nvContentPartPr>
              <p14:xfrm>
                <a:off x="11148418" y="5780412"/>
                <a:ext cx="360" cy="69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770242F-C3B7-7585-7B96-B8219CDD6F7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142298" y="5774292"/>
                  <a:ext cx="126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5935680-C612-F2E2-0E87-58BC48DCC2BE}"/>
                    </a:ext>
                  </a:extLst>
                </p14:cNvPr>
                <p14:cNvContentPartPr/>
                <p14:nvPr/>
              </p14:nvContentPartPr>
              <p14:xfrm>
                <a:off x="10703458" y="5930532"/>
                <a:ext cx="407520" cy="226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5935680-C612-F2E2-0E87-58BC48DCC2B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697338" y="5924412"/>
                  <a:ext cx="4197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33C3138-329A-BC37-73C0-A94CC2DACE2F}"/>
                    </a:ext>
                  </a:extLst>
                </p14:cNvPr>
                <p14:cNvContentPartPr/>
                <p14:nvPr/>
              </p14:nvContentPartPr>
              <p14:xfrm>
                <a:off x="10985338" y="6050052"/>
                <a:ext cx="145440" cy="134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33C3138-329A-BC37-73C0-A94CC2DACE2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79218" y="6043932"/>
                  <a:ext cx="15768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0B99AEB-2FB1-3EB5-0338-9A4ABB82BB5C}"/>
              </a:ext>
            </a:extLst>
          </p:cNvPr>
          <p:cNvGrpSpPr/>
          <p:nvPr/>
        </p:nvGrpSpPr>
        <p:grpSpPr>
          <a:xfrm>
            <a:off x="1171378" y="2331972"/>
            <a:ext cx="5646960" cy="3829320"/>
            <a:chOff x="1171378" y="2331972"/>
            <a:chExt cx="5646960" cy="38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B7D0FDF-BE0F-B2D3-C51A-13290CF79348}"/>
                    </a:ext>
                  </a:extLst>
                </p14:cNvPr>
                <p14:cNvContentPartPr/>
                <p14:nvPr/>
              </p14:nvContentPartPr>
              <p14:xfrm>
                <a:off x="1859338" y="3732372"/>
                <a:ext cx="3499920" cy="1955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B7D0FDF-BE0F-B2D3-C51A-13290CF7934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853218" y="3726252"/>
                  <a:ext cx="3512160" cy="19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F503A53-D15B-2B6D-4577-91E7A3EE9435}"/>
                    </a:ext>
                  </a:extLst>
                </p14:cNvPr>
                <p14:cNvContentPartPr/>
                <p14:nvPr/>
              </p14:nvContentPartPr>
              <p14:xfrm>
                <a:off x="2194858" y="2533212"/>
                <a:ext cx="4127400" cy="2918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F503A53-D15B-2B6D-4577-91E7A3EE943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88738" y="2527092"/>
                  <a:ext cx="4139640" cy="29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65175C0-BDF0-ECBC-A16C-51D5923FE828}"/>
                    </a:ext>
                  </a:extLst>
                </p14:cNvPr>
                <p14:cNvContentPartPr/>
                <p14:nvPr/>
              </p14:nvContentPartPr>
              <p14:xfrm>
                <a:off x="5469778" y="5580612"/>
                <a:ext cx="18000" cy="262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65175C0-BDF0-ECBC-A16C-51D5923FE82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463658" y="5574492"/>
                  <a:ext cx="302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C47EBE0-64C0-981A-0B63-E0133B9C3DBF}"/>
                    </a:ext>
                  </a:extLst>
                </p14:cNvPr>
                <p14:cNvContentPartPr/>
                <p14:nvPr/>
              </p14:nvContentPartPr>
              <p14:xfrm>
                <a:off x="5474458" y="5565852"/>
                <a:ext cx="147240" cy="335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C47EBE0-64C0-981A-0B63-E0133B9C3DB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68338" y="5559732"/>
                  <a:ext cx="15948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7849F77-9E64-FC10-7058-4C0724D75E95}"/>
                    </a:ext>
                  </a:extLst>
                </p14:cNvPr>
                <p14:cNvContentPartPr/>
                <p14:nvPr/>
              </p14:nvContentPartPr>
              <p14:xfrm>
                <a:off x="5639698" y="5756652"/>
                <a:ext cx="135720" cy="101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7849F77-9E64-FC10-7058-4C0724D75E9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633578" y="5750532"/>
                  <a:ext cx="1479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9DC26AF-7FA0-F94B-4D65-06BA5DEAB2DF}"/>
                    </a:ext>
                  </a:extLst>
                </p14:cNvPr>
                <p14:cNvContentPartPr/>
                <p14:nvPr/>
              </p14:nvContentPartPr>
              <p14:xfrm>
                <a:off x="6374098" y="5340132"/>
                <a:ext cx="91440" cy="325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9DC26AF-7FA0-F94B-4D65-06BA5DEAB2D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67978" y="5334012"/>
                  <a:ext cx="1036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FB2C576-7497-9B59-45B0-82B4A9FF5DB3}"/>
                    </a:ext>
                  </a:extLst>
                </p14:cNvPr>
                <p14:cNvContentPartPr/>
                <p14:nvPr/>
              </p14:nvContentPartPr>
              <p14:xfrm>
                <a:off x="6542218" y="5679252"/>
                <a:ext cx="29880" cy="102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FB2C576-7497-9B59-45B0-82B4A9FF5DB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36098" y="5673132"/>
                  <a:ext cx="421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8C1F0F8-481F-14EF-843F-C28AFD4BA441}"/>
                    </a:ext>
                  </a:extLst>
                </p14:cNvPr>
                <p14:cNvContentPartPr/>
                <p14:nvPr/>
              </p14:nvContentPartPr>
              <p14:xfrm>
                <a:off x="6636538" y="2357532"/>
                <a:ext cx="86400" cy="5371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8C1F0F8-481F-14EF-843F-C28AFD4BA44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630418" y="2351412"/>
                  <a:ext cx="9864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86D090F-2362-E1CF-0DF0-6521C65FDF7C}"/>
                    </a:ext>
                  </a:extLst>
                </p14:cNvPr>
                <p14:cNvContentPartPr/>
                <p14:nvPr/>
              </p14:nvContentPartPr>
              <p14:xfrm>
                <a:off x="6621778" y="2331972"/>
                <a:ext cx="196560" cy="265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86D090F-2362-E1CF-0DF0-6521C65FDF7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615658" y="2325852"/>
                  <a:ext cx="2088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7C19908-4169-B495-8809-473A30A787C9}"/>
                    </a:ext>
                  </a:extLst>
                </p14:cNvPr>
                <p14:cNvContentPartPr/>
                <p14:nvPr/>
              </p14:nvContentPartPr>
              <p14:xfrm>
                <a:off x="1174618" y="2485332"/>
                <a:ext cx="30240" cy="641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7C19908-4169-B495-8809-473A30A787C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68498" y="2479212"/>
                  <a:ext cx="4248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3AE184C-7286-EE41-9A87-E6C97CC26506}"/>
                    </a:ext>
                  </a:extLst>
                </p14:cNvPr>
                <p14:cNvContentPartPr/>
                <p14:nvPr/>
              </p14:nvContentPartPr>
              <p14:xfrm>
                <a:off x="1171378" y="2492532"/>
                <a:ext cx="199080" cy="322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3AE184C-7286-EE41-9A87-E6C97CC2650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65258" y="2486412"/>
                  <a:ext cx="2113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880A122-8FBB-E681-A75B-514317758B3E}"/>
                    </a:ext>
                  </a:extLst>
                </p14:cNvPr>
                <p14:cNvContentPartPr/>
                <p14:nvPr/>
              </p14:nvContentPartPr>
              <p14:xfrm>
                <a:off x="6005458" y="5798052"/>
                <a:ext cx="397080" cy="363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880A122-8FBB-E681-A75B-514317758B3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99338" y="5791932"/>
                  <a:ext cx="40932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367FDC6-35A1-41E9-5744-07FC05E0967D}"/>
                    </a:ext>
                  </a:extLst>
                </p14:cNvPr>
                <p14:cNvContentPartPr/>
                <p14:nvPr/>
              </p14:nvContentPartPr>
              <p14:xfrm>
                <a:off x="6291658" y="5987772"/>
                <a:ext cx="168840" cy="134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367FDC6-35A1-41E9-5744-07FC05E0967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85538" y="5981652"/>
                  <a:ext cx="1810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251A3C7-C113-1B62-BD05-AC15FD16E059}"/>
                    </a:ext>
                  </a:extLst>
                </p14:cNvPr>
                <p14:cNvContentPartPr/>
                <p14:nvPr/>
              </p14:nvContentPartPr>
              <p14:xfrm>
                <a:off x="3052738" y="4392612"/>
                <a:ext cx="17640" cy="390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251A3C7-C113-1B62-BD05-AC15FD16E05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046618" y="4386492"/>
                  <a:ext cx="2988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5F534D9-334D-2F54-A3EA-F261F3A52B8E}"/>
                    </a:ext>
                  </a:extLst>
                </p14:cNvPr>
                <p14:cNvContentPartPr/>
                <p14:nvPr/>
              </p14:nvContentPartPr>
              <p14:xfrm>
                <a:off x="3044458" y="4373172"/>
                <a:ext cx="101880" cy="289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5F534D9-334D-2F54-A3EA-F261F3A52B8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038338" y="4367052"/>
                  <a:ext cx="1141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4815E9B-6D4C-53B3-056B-E47FAB90BB27}"/>
                    </a:ext>
                  </a:extLst>
                </p14:cNvPr>
                <p14:cNvContentPartPr/>
                <p14:nvPr/>
              </p14:nvContentPartPr>
              <p14:xfrm>
                <a:off x="3225178" y="4721292"/>
                <a:ext cx="65880" cy="113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4815E9B-6D4C-53B3-056B-E47FAB90BB2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19058" y="4715172"/>
                  <a:ext cx="781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677A88F-9D8B-16D3-505C-610F9E77F05F}"/>
                    </a:ext>
                  </a:extLst>
                </p14:cNvPr>
                <p14:cNvContentPartPr/>
                <p14:nvPr/>
              </p14:nvContentPartPr>
              <p14:xfrm>
                <a:off x="3467818" y="3333852"/>
                <a:ext cx="35280" cy="475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677A88F-9D8B-16D3-505C-610F9E77F05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461698" y="3327732"/>
                  <a:ext cx="4752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71F22B5-A8C7-C9F6-8AA4-A16ACEDCD2BD}"/>
                    </a:ext>
                  </a:extLst>
                </p14:cNvPr>
                <p14:cNvContentPartPr/>
                <p14:nvPr/>
              </p14:nvContentPartPr>
              <p14:xfrm>
                <a:off x="3457018" y="3365892"/>
                <a:ext cx="149760" cy="279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71F22B5-A8C7-C9F6-8AA4-A16ACEDCD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50898" y="3359772"/>
                  <a:ext cx="1620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2383ECD-6907-B395-B454-AF196804F9E0}"/>
                    </a:ext>
                  </a:extLst>
                </p14:cNvPr>
                <p14:cNvContentPartPr/>
                <p14:nvPr/>
              </p14:nvContentPartPr>
              <p14:xfrm>
                <a:off x="3592378" y="3685572"/>
                <a:ext cx="19080" cy="347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2383ECD-6907-B395-B454-AF196804F9E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86258" y="3679452"/>
                  <a:ext cx="31320" cy="36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F7C0443-9E13-38C5-8592-11B77B5AA033}"/>
              </a:ext>
            </a:extLst>
          </p:cNvPr>
          <p:cNvGrpSpPr/>
          <p:nvPr/>
        </p:nvGrpSpPr>
        <p:grpSpPr>
          <a:xfrm>
            <a:off x="8592778" y="4899852"/>
            <a:ext cx="286560" cy="421200"/>
            <a:chOff x="8592778" y="4899852"/>
            <a:chExt cx="286560" cy="42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0506B5E-72A7-2EC2-FC9C-3AC4F57ED35B}"/>
                    </a:ext>
                  </a:extLst>
                </p14:cNvPr>
                <p14:cNvContentPartPr/>
                <p14:nvPr/>
              </p14:nvContentPartPr>
              <p14:xfrm>
                <a:off x="8612578" y="4939452"/>
                <a:ext cx="43560" cy="381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0506B5E-72A7-2EC2-FC9C-3AC4F57ED35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06458" y="4933332"/>
                  <a:ext cx="5580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FE74048-2F21-395E-69F4-9C7D5FE83FE5}"/>
                    </a:ext>
                  </a:extLst>
                </p14:cNvPr>
                <p14:cNvContentPartPr/>
                <p14:nvPr/>
              </p14:nvContentPartPr>
              <p14:xfrm>
                <a:off x="8592778" y="4899852"/>
                <a:ext cx="132840" cy="164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FE74048-2F21-395E-69F4-9C7D5FE83FE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586658" y="4893732"/>
                  <a:ext cx="1450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63C17EE-D094-5841-FE28-8BDE4A5C5D1A}"/>
                    </a:ext>
                  </a:extLst>
                </p14:cNvPr>
                <p14:cNvContentPartPr/>
                <p14:nvPr/>
              </p14:nvContentPartPr>
              <p14:xfrm>
                <a:off x="8795818" y="5044212"/>
                <a:ext cx="83520" cy="114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63C17EE-D094-5841-FE28-8BDE4A5C5D1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89698" y="5038092"/>
                  <a:ext cx="9576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F460461-76FA-6DD2-B720-CE3E240D9600}"/>
              </a:ext>
            </a:extLst>
          </p:cNvPr>
          <p:cNvGrpSpPr/>
          <p:nvPr/>
        </p:nvGrpSpPr>
        <p:grpSpPr>
          <a:xfrm>
            <a:off x="10071298" y="4534092"/>
            <a:ext cx="209160" cy="340920"/>
            <a:chOff x="10071298" y="4534092"/>
            <a:chExt cx="209160" cy="34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3E99501-E7D9-1113-B743-2C968F08D841}"/>
                    </a:ext>
                  </a:extLst>
                </p14:cNvPr>
                <p14:cNvContentPartPr/>
                <p14:nvPr/>
              </p14:nvContentPartPr>
              <p14:xfrm>
                <a:off x="10195858" y="4571892"/>
                <a:ext cx="24120" cy="35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3E99501-E7D9-1113-B743-2C968F08D84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189738" y="4565772"/>
                  <a:ext cx="363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CB5329D-0389-1015-66FA-121FDAAE6CBB}"/>
                    </a:ext>
                  </a:extLst>
                </p14:cNvPr>
                <p14:cNvContentPartPr/>
                <p14:nvPr/>
              </p14:nvContentPartPr>
              <p14:xfrm>
                <a:off x="10071298" y="4534092"/>
                <a:ext cx="198720" cy="340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CB5329D-0389-1015-66FA-121FDAAE6CB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065178" y="4527972"/>
                  <a:ext cx="21096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DD631BE-5D38-B2A9-C74C-3B49D9AA11B8}"/>
                    </a:ext>
                  </a:extLst>
                </p14:cNvPr>
                <p14:cNvContentPartPr/>
                <p14:nvPr/>
              </p14:nvContentPartPr>
              <p14:xfrm>
                <a:off x="10267138" y="4763772"/>
                <a:ext cx="13320" cy="748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DD631BE-5D38-B2A9-C74C-3B49D9AA11B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261018" y="4757652"/>
                  <a:ext cx="25560" cy="87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46090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D4A61-5678-0A11-9777-8B7EF48AB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from supply-demand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F536B-2550-3D7A-F849-BEFAFE404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4191"/>
            <a:ext cx="10515600" cy="4351338"/>
          </a:xfrm>
        </p:spPr>
        <p:txBody>
          <a:bodyPr/>
          <a:lstStyle/>
          <a:p>
            <a:r>
              <a:rPr lang="en-US" dirty="0"/>
              <a:t>If you want to improve affordability</a:t>
            </a:r>
          </a:p>
          <a:p>
            <a:pPr lvl="1"/>
            <a:r>
              <a:rPr lang="en-US" dirty="0"/>
              <a:t>Add quantity or delete people</a:t>
            </a:r>
          </a:p>
          <a:p>
            <a:r>
              <a:rPr lang="en-US" dirty="0"/>
              <a:t>What has happened with lots of completions and immigration cuts?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438098-BE2B-D761-0BCB-B7E7830C4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783" y="2881371"/>
            <a:ext cx="5076592" cy="334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3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4006C-5B0D-5783-5F37-E3E9022FA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Demand: Immigration and population growth </a:t>
            </a:r>
            <a:br>
              <a:rPr lang="en-US" dirty="0"/>
            </a:br>
            <a:r>
              <a:rPr lang="en-US" dirty="0"/>
              <a:t>Note further cuts in 2025 and 2026</a:t>
            </a:r>
            <a:br>
              <a:rPr lang="en-US" dirty="0"/>
            </a:br>
            <a:r>
              <a:rPr lang="en-US" dirty="0"/>
              <a:t>Canadian population </a:t>
            </a:r>
            <a:r>
              <a:rPr lang="en-US" i="1" dirty="0"/>
              <a:t>declining</a:t>
            </a:r>
            <a:r>
              <a:rPr lang="en-US" dirty="0"/>
              <a:t> last 2 years!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3A15B48-DDA7-3072-2707-E716198677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2023" y="1903683"/>
            <a:ext cx="7266822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36CB5C-96D1-BCE1-F739-642D027C29A4}"/>
              </a:ext>
            </a:extLst>
          </p:cNvPr>
          <p:cNvSpPr txBox="1"/>
          <p:nvPr/>
        </p:nvSpPr>
        <p:spPr>
          <a:xfrm>
            <a:off x="334537" y="2966224"/>
            <a:ext cx="2196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CBC</a:t>
            </a:r>
          </a:p>
        </p:txBody>
      </p:sp>
    </p:spTree>
    <p:extLst>
      <p:ext uri="{BB962C8B-B14F-4D97-AF65-F5344CB8AC3E}">
        <p14:creationId xmlns:p14="http://schemas.microsoft.com/office/powerpoint/2010/main" val="1538290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A48A1-B8AB-B2B3-D290-2AE0D3801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 policy:</a:t>
            </a:r>
            <a:br>
              <a:rPr lang="en-US" dirty="0"/>
            </a:br>
            <a:r>
              <a:rPr lang="en-US" dirty="0"/>
              <a:t>What tax rates should be high or low?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3B217-1F10-4BCD-89C9-0A18A02D1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Theory: relatively high tax rates if</a:t>
            </a:r>
          </a:p>
          <a:p>
            <a:pPr lvl="1"/>
            <a:r>
              <a:rPr lang="en-US" dirty="0"/>
              <a:t>Supply is inelastic</a:t>
            </a:r>
          </a:p>
          <a:p>
            <a:pPr lvl="1"/>
            <a:r>
              <a:rPr lang="en-US" dirty="0"/>
              <a:t>Demand is inelastic</a:t>
            </a:r>
          </a:p>
          <a:p>
            <a:pPr lvl="1"/>
            <a:r>
              <a:rPr lang="en-US" dirty="0"/>
              <a:t>Complementary to the existing tax base</a:t>
            </a:r>
          </a:p>
          <a:p>
            <a:pPr lvl="2"/>
            <a:r>
              <a:rPr lang="en-US" dirty="0"/>
              <a:t>(Tax skis, not neck ties)</a:t>
            </a:r>
          </a:p>
          <a:p>
            <a:r>
              <a:rPr lang="en-US" dirty="0"/>
              <a:t>Greater Vancouver</a:t>
            </a:r>
          </a:p>
          <a:p>
            <a:pPr lvl="1"/>
            <a:r>
              <a:rPr lang="en-US" dirty="0"/>
              <a:t>Very low property tax rates</a:t>
            </a:r>
          </a:p>
          <a:p>
            <a:pPr lvl="1"/>
            <a:r>
              <a:rPr lang="en-US" dirty="0"/>
              <a:t>Notoriously low supply elasticity</a:t>
            </a:r>
          </a:p>
          <a:p>
            <a:pPr lvl="1"/>
            <a:r>
              <a:rPr lang="en-US" dirty="0"/>
              <a:t>Instructions from government</a:t>
            </a:r>
          </a:p>
          <a:p>
            <a:pPr lvl="2"/>
            <a:r>
              <a:rPr lang="en-US" dirty="0"/>
              <a:t>Invest in real estate</a:t>
            </a:r>
          </a:p>
          <a:p>
            <a:pPr lvl="2"/>
            <a:r>
              <a:rPr lang="en-US" dirty="0"/>
              <a:t>Don’t work for a living</a:t>
            </a:r>
          </a:p>
          <a:p>
            <a:pPr lvl="2"/>
            <a:r>
              <a:rPr lang="en-US" dirty="0"/>
              <a:t>Mission accomplished: very high ratio of price to income</a:t>
            </a:r>
          </a:p>
        </p:txBody>
      </p:sp>
    </p:spTree>
    <p:extLst>
      <p:ext uri="{BB962C8B-B14F-4D97-AF65-F5344CB8AC3E}">
        <p14:creationId xmlns:p14="http://schemas.microsoft.com/office/powerpoint/2010/main" val="2627920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A4249-8DCF-0625-6C7E-9A7BE0749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Raising property taxes is a political loser</a:t>
            </a:r>
            <a:br>
              <a:rPr lang="en-US" dirty="0"/>
            </a:br>
            <a:r>
              <a:rPr lang="en-US" dirty="0"/>
              <a:t>But creative hacks may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82135-0831-3006-3F97-DDFE06471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Up there with tolls and parking fees (which should be raised!)</a:t>
            </a:r>
          </a:p>
          <a:p>
            <a:r>
              <a:rPr lang="en-US" dirty="0"/>
              <a:t>Empty homes tax is popular</a:t>
            </a:r>
          </a:p>
          <a:p>
            <a:r>
              <a:rPr lang="en-US" dirty="0"/>
              <a:t>Foreign buyer tax is popular (I don’t love it)</a:t>
            </a:r>
          </a:p>
          <a:p>
            <a:r>
              <a:rPr lang="en-US" dirty="0"/>
              <a:t>Taxes on very high value homes are popular</a:t>
            </a:r>
          </a:p>
          <a:p>
            <a:r>
              <a:rPr lang="en-US" dirty="0"/>
              <a:t>My preference</a:t>
            </a:r>
          </a:p>
          <a:p>
            <a:pPr lvl="1"/>
            <a:r>
              <a:rPr lang="en-US" dirty="0"/>
              <a:t>”Alternative minimum tax” 1% of value (say)</a:t>
            </a:r>
          </a:p>
          <a:p>
            <a:pPr lvl="1"/>
            <a:r>
              <a:rPr lang="en-US" dirty="0"/>
              <a:t>If income tax &gt; 1% * property value: no surcharge</a:t>
            </a:r>
          </a:p>
          <a:p>
            <a:pPr lvl="1"/>
            <a:r>
              <a:rPr lang="en-US" dirty="0"/>
              <a:t>Exempt seniors</a:t>
            </a:r>
          </a:p>
          <a:p>
            <a:pPr lvl="1"/>
            <a:r>
              <a:rPr lang="en-US" dirty="0"/>
              <a:t>Could raise $2B/year just from fancy houses in Greater Vancouver</a:t>
            </a:r>
          </a:p>
          <a:p>
            <a:r>
              <a:rPr lang="en-US" dirty="0"/>
              <a:t>Almost certainly should tax Airbnb </a:t>
            </a:r>
            <a:r>
              <a:rPr lang="en-US" dirty="0" err="1"/>
              <a:t>etc</a:t>
            </a:r>
            <a:r>
              <a:rPr lang="en-US" dirty="0"/>
              <a:t>, not ban</a:t>
            </a:r>
          </a:p>
          <a:p>
            <a:pPr lvl="1"/>
            <a:r>
              <a:rPr lang="en-US" dirty="0"/>
              <a:t>Empty homes taxes already 4%+ of value!</a:t>
            </a:r>
          </a:p>
          <a:p>
            <a:pPr lvl="1"/>
            <a:r>
              <a:rPr lang="en-US" dirty="0"/>
              <a:t>Does society want a $1M condo rented out, or $40K </a:t>
            </a:r>
            <a:r>
              <a:rPr lang="en-US"/>
              <a:t>+ Airbnb tax?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711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DF8C1-EC3C-CFBA-A142-FC7A95FF2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Supply policy: Missing middle is popular, </a:t>
            </a:r>
            <a:br>
              <a:rPr lang="en-US" dirty="0"/>
            </a:br>
            <a:r>
              <a:rPr lang="en-US" dirty="0"/>
              <a:t>but hard to implement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62C38-5F0F-77B8-3CB0-25AA499AE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single family owner with $3M home</a:t>
            </a:r>
          </a:p>
          <a:p>
            <a:r>
              <a:rPr lang="en-US" dirty="0"/>
              <a:t>Upzoning to “multiplex” adds very little to value</a:t>
            </a:r>
          </a:p>
          <a:p>
            <a:r>
              <a:rPr lang="en-US" dirty="0" err="1"/>
              <a:t>Neighbours</a:t>
            </a:r>
            <a:r>
              <a:rPr lang="en-US" dirty="0"/>
              <a:t> building multiplex is a nuisance</a:t>
            </a:r>
          </a:p>
          <a:p>
            <a:r>
              <a:rPr lang="en-US" dirty="0"/>
              <a:t>Upzone to 50 stories yields land value bonanza</a:t>
            </a:r>
          </a:p>
          <a:p>
            <a:pPr lvl="1"/>
            <a:r>
              <a:rPr lang="en-US" dirty="0"/>
              <a:t>Sad: lose </a:t>
            </a:r>
            <a:r>
              <a:rPr lang="en-US" dirty="0" err="1"/>
              <a:t>neighbourhood</a:t>
            </a:r>
            <a:endParaRPr lang="en-US" dirty="0"/>
          </a:p>
          <a:p>
            <a:pPr lvl="1"/>
            <a:r>
              <a:rPr lang="en-US" dirty="0"/>
              <a:t>Happy: make millions of dollars and add more homes</a:t>
            </a:r>
          </a:p>
          <a:p>
            <a:pPr lvl="1"/>
            <a:r>
              <a:rPr lang="en-US" dirty="0"/>
              <a:t>*Might* make more sense in infrastructure planning</a:t>
            </a:r>
          </a:p>
        </p:txBody>
      </p:sp>
    </p:spTree>
    <p:extLst>
      <p:ext uri="{BB962C8B-B14F-4D97-AF65-F5344CB8AC3E}">
        <p14:creationId xmlns:p14="http://schemas.microsoft.com/office/powerpoint/2010/main" val="3928318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D2EAF-2880-A778-A1C7-5B619FF05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problem with missing middle</a:t>
            </a:r>
            <a:br>
              <a:rPr lang="en-US" dirty="0"/>
            </a:br>
            <a:r>
              <a:rPr lang="en-US" dirty="0"/>
              <a:t>Infill goes on the less valuable land!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485F2E-9C98-7D3F-FC6A-22A56F39D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709" y="1848651"/>
            <a:ext cx="5977052" cy="382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189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7BDFB-7AA9-FBA8-5921-EF2B90FFD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not more infill on valuable W side?</a:t>
            </a:r>
            <a:br>
              <a:rPr lang="en-US" dirty="0"/>
            </a:br>
            <a:r>
              <a:rPr lang="en-US" dirty="0"/>
              <a:t>Hard to beat single family where incomes high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E24A9A7-DFB1-6D8E-9668-E6166BEE3F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3824" y="1690688"/>
            <a:ext cx="679469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514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94946-DBD0-6609-6739-083AFB91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Similar Story in Edmonton</a:t>
            </a:r>
            <a:br>
              <a:rPr lang="en-US" dirty="0"/>
            </a:br>
            <a:r>
              <a:rPr lang="en-US" dirty="0"/>
              <a:t>New Row House Option not taken </a:t>
            </a:r>
            <a:br>
              <a:rPr lang="en-US" dirty="0"/>
            </a:br>
            <a:r>
              <a:rPr lang="en-US" dirty="0"/>
              <a:t>In best locations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469DCA-CEC0-D515-BB84-152995CDC2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245" y="1903684"/>
            <a:ext cx="4556106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30E568-9DFA-4B33-5984-9DCF431387E0}"/>
              </a:ext>
            </a:extLst>
          </p:cNvPr>
          <p:cNvSpPr txBox="1"/>
          <p:nvPr/>
        </p:nvSpPr>
        <p:spPr>
          <a:xfrm>
            <a:off x="5765180" y="1951462"/>
            <a:ext cx="44047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Purple: single family</a:t>
            </a:r>
          </a:p>
          <a:p>
            <a:r>
              <a:rPr lang="en-US" dirty="0"/>
              <a:t>Yellow: row house</a:t>
            </a:r>
          </a:p>
          <a:p>
            <a:r>
              <a:rPr lang="en-US" dirty="0"/>
              <a:t>Data: Edmonton building permits</a:t>
            </a:r>
          </a:p>
        </p:txBody>
      </p:sp>
    </p:spTree>
    <p:extLst>
      <p:ext uri="{BB962C8B-B14F-4D97-AF65-F5344CB8AC3E}">
        <p14:creationId xmlns:p14="http://schemas.microsoft.com/office/powerpoint/2010/main" val="3685982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585</Words>
  <Application>Microsoft Macintosh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Why is Affordability So Bad in Vancouver?</vt:lpstr>
      <vt:lpstr>Mountains and Ocean Make High prices 1 They are nice</vt:lpstr>
      <vt:lpstr>The “Rosen-Roback” model</vt:lpstr>
      <vt:lpstr>Mountains and Oceans Make High Prices 2: ”Inelastic Supply"</vt:lpstr>
      <vt:lpstr>Lesson from supply-demand graph</vt:lpstr>
      <vt:lpstr>Demand: Immigration and population growth  Note further cuts in 2025 and 2026 Canadian population declining last 2 years!</vt:lpstr>
      <vt:lpstr>Demand policy: What tax rates should be high or low?</vt:lpstr>
      <vt:lpstr>Raising property taxes is a political loser But creative hacks may work</vt:lpstr>
      <vt:lpstr>Supply policy: Missing middle is popular,  but hard to implement</vt:lpstr>
      <vt:lpstr>A problem with missing middle Infill goes on the less valuable land!</vt:lpstr>
      <vt:lpstr>Why not more infill on valuable W side? Hard to beat single family where incomes high</vt:lpstr>
      <vt:lpstr>Similar Story in Edmonton New Row House Option not taken  In best locations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Davidoff, Thomas</dc:creator>
  <cp:lastModifiedBy>Davidoff, Thomas</cp:lastModifiedBy>
  <cp:revision>3</cp:revision>
  <dcterms:created xsi:type="dcterms:W3CDTF">2026-09-21T19:02:39Z</dcterms:created>
  <dcterms:modified xsi:type="dcterms:W3CDTF">2026-09-22T04:41:49Z</dcterms:modified>
</cp:coreProperties>
</file>